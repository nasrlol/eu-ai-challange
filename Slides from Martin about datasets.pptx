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4"/>
  </p:sldMasterIdLst>
  <p:notesMasterIdLst>
    <p:notesMasterId r:id="rId21"/>
  </p:notesMasterIdLst>
  <p:handoutMasterIdLst>
    <p:handoutMasterId r:id="rId22"/>
  </p:handoutMasterIdLst>
  <p:sldIdLst>
    <p:sldId id="1099" r:id="rId5"/>
    <p:sldId id="1226" r:id="rId6"/>
    <p:sldId id="1210" r:id="rId7"/>
    <p:sldId id="307" r:id="rId8"/>
    <p:sldId id="1211" r:id="rId9"/>
    <p:sldId id="1002" r:id="rId10"/>
    <p:sldId id="1213" r:id="rId11"/>
    <p:sldId id="1219" r:id="rId12"/>
    <p:sldId id="1220" r:id="rId13"/>
    <p:sldId id="1221" r:id="rId14"/>
    <p:sldId id="1222" r:id="rId15"/>
    <p:sldId id="1216" r:id="rId16"/>
    <p:sldId id="1218" r:id="rId17"/>
    <p:sldId id="1223" r:id="rId18"/>
    <p:sldId id="1225" r:id="rId19"/>
    <p:sldId id="32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75657B8-F84E-8843-BC57-D4C14A9FE8E4}">
          <p14:sldIdLst/>
        </p14:section>
        <p14:section name="Templates" id="{A0BD0CD5-9121-5E4E-8418-D9530E22F590}">
          <p14:sldIdLst>
            <p14:sldId id="1099"/>
            <p14:sldId id="1226"/>
            <p14:sldId id="1210"/>
            <p14:sldId id="307"/>
            <p14:sldId id="1211"/>
            <p14:sldId id="1002"/>
            <p14:sldId id="1213"/>
            <p14:sldId id="1219"/>
            <p14:sldId id="1220"/>
            <p14:sldId id="1221"/>
            <p14:sldId id="1222"/>
            <p14:sldId id="1216"/>
            <p14:sldId id="1218"/>
            <p14:sldId id="1223"/>
            <p14:sldId id="1225"/>
            <p14:sldId id="324"/>
          </p14:sldIdLst>
        </p14:section>
      </p14:sectionLst>
    </p:ext>
    <p:ext uri="{EFAFB233-063F-42B5-8137-9DF3F51BA10A}">
      <p15:sldGuideLst xmlns:p15="http://schemas.microsoft.com/office/powerpoint/2012/main">
        <p15:guide id="4" pos="3840">
          <p15:clr>
            <a:srgbClr val="A4A3A4"/>
          </p15:clr>
        </p15:guide>
        <p15:guide id="5" orient="horz" pos="2478" userDrawn="1">
          <p15:clr>
            <a:srgbClr val="A4A3A4"/>
          </p15:clr>
        </p15:guide>
        <p15:guide id="6" pos="62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EF842C9-D054-2831-F010-0287B405D4FC}" name="Fabio Rodrigues" initials="FR" userId="a34e7064a25eb4ce" providerId="Windows Live"/>
  <p188:author id="{7431EAE6-B36D-BAD8-47FD-013B3E2B5DE8}" name="MCALEAVEY Paul (JRC)" initials="M(" userId="S::paul.mcaleavey@ec.europa.eu::fa59177f-8f61-49e9-94c3-44dcd7e484a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7D8"/>
    <a:srgbClr val="FFF2BD"/>
    <a:srgbClr val="CFEEFC"/>
    <a:srgbClr val="D6E0FF"/>
    <a:srgbClr val="F0DCF2"/>
    <a:srgbClr val="DACEF5"/>
    <a:srgbClr val="D0F2F2"/>
    <a:srgbClr val="766AA5"/>
    <a:srgbClr val="4E51A5"/>
    <a:srgbClr val="FFD6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B82BFB-3711-6E32-5070-F7253E900612}" v="209" dt="2026-10-13T07:35:31.396"/>
    <p1510:client id="{9F82E8EC-95E3-C87B-389D-D97CB9875B3A}" v="428" dt="2026-10-12T13:40:49.7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25"/>
  </p:normalViewPr>
  <p:slideViewPr>
    <p:cSldViewPr snapToGrid="0">
      <p:cViewPr varScale="1">
        <p:scale>
          <a:sx n="113" d="100"/>
          <a:sy n="113" d="100"/>
        </p:scale>
        <p:origin x="712" y="240"/>
      </p:cViewPr>
      <p:guideLst>
        <p:guide pos="3840"/>
        <p:guide orient="horz" pos="2478"/>
        <p:guide pos="62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LLOUR Thomas (JRC-ISPRA)" userId="S::thomas.saillour@ec.europa.eu::6c253459-e3aa-47a2-9a9f-a6dc7ad24bac" providerId="AD" clId="Web-{9F82E8EC-95E3-C87B-389D-D97CB9875B3A}"/>
    <pc:docChg chg="addSld delSld modSld sldOrd modSection">
      <pc:chgData name="SAILLOUR Thomas (JRC-ISPRA)" userId="S::thomas.saillour@ec.europa.eu::6c253459-e3aa-47a2-9a9f-a6dc7ad24bac" providerId="AD" clId="Web-{9F82E8EC-95E3-C87B-389D-D97CB9875B3A}" dt="2026-10-12T13:40:49.734" v="468" actId="14100"/>
      <pc:docMkLst>
        <pc:docMk/>
      </pc:docMkLst>
      <pc:sldChg chg="addSp delSp modSp ord">
        <pc:chgData name="SAILLOUR Thomas (JRC-ISPRA)" userId="S::thomas.saillour@ec.europa.eu::6c253459-e3aa-47a2-9a9f-a6dc7ad24bac" providerId="AD" clId="Web-{9F82E8EC-95E3-C87B-389D-D97CB9875B3A}" dt="2026-10-12T13:39:26.638" v="448" actId="20577"/>
        <pc:sldMkLst>
          <pc:docMk/>
          <pc:sldMk cId="3492350596" sldId="307"/>
        </pc:sldMkLst>
        <pc:spChg chg="mod">
          <ac:chgData name="SAILLOUR Thomas (JRC-ISPRA)" userId="S::thomas.saillour@ec.europa.eu::6c253459-e3aa-47a2-9a9f-a6dc7ad24bac" providerId="AD" clId="Web-{9F82E8EC-95E3-C87B-389D-D97CB9875B3A}" dt="2026-10-12T13:19:35.502" v="248" actId="20577"/>
          <ac:spMkLst>
            <pc:docMk/>
            <pc:sldMk cId="3492350596" sldId="307"/>
            <ac:spMk id="2" creationId="{4656E858-3C5C-C529-672A-8E732DB03173}"/>
          </ac:spMkLst>
        </pc:spChg>
        <pc:spChg chg="mod">
          <ac:chgData name="SAILLOUR Thomas (JRC-ISPRA)" userId="S::thomas.saillour@ec.europa.eu::6c253459-e3aa-47a2-9a9f-a6dc7ad24bac" providerId="AD" clId="Web-{9F82E8EC-95E3-C87B-389D-D97CB9875B3A}" dt="2026-10-12T13:39:26.638" v="448" actId="20577"/>
          <ac:spMkLst>
            <pc:docMk/>
            <pc:sldMk cId="3492350596" sldId="307"/>
            <ac:spMk id="3" creationId="{11E4B311-20B8-8622-9A20-AC44C20E9029}"/>
          </ac:spMkLst>
        </pc:spChg>
        <pc:picChg chg="add mod">
          <ac:chgData name="SAILLOUR Thomas (JRC-ISPRA)" userId="S::thomas.saillour@ec.europa.eu::6c253459-e3aa-47a2-9a9f-a6dc7ad24bac" providerId="AD" clId="Web-{9F82E8EC-95E3-C87B-389D-D97CB9875B3A}" dt="2026-10-12T13:21:24.209" v="255" actId="1076"/>
          <ac:picMkLst>
            <pc:docMk/>
            <pc:sldMk cId="3492350596" sldId="307"/>
            <ac:picMk id="5" creationId="{63ECA452-7578-80DE-94B5-61061D9FB406}"/>
          </ac:picMkLst>
        </pc:picChg>
        <pc:picChg chg="add del mod">
          <ac:chgData name="SAILLOUR Thomas (JRC-ISPRA)" userId="S::thomas.saillour@ec.europa.eu::6c253459-e3aa-47a2-9a9f-a6dc7ad24bac" providerId="AD" clId="Web-{9F82E8EC-95E3-C87B-389D-D97CB9875B3A}" dt="2026-10-12T13:24:05.043" v="305"/>
          <ac:picMkLst>
            <pc:docMk/>
            <pc:sldMk cId="3492350596" sldId="307"/>
            <ac:picMk id="6" creationId="{0AB2FF49-5BA6-8EE7-C97C-D3A63D897B2E}"/>
          </ac:picMkLst>
        </pc:picChg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35"/>
        <pc:sldMkLst>
          <pc:docMk/>
          <pc:sldMk cId="3800977769" sldId="310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34"/>
        <pc:sldMkLst>
          <pc:docMk/>
          <pc:sldMk cId="2328060390" sldId="311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33"/>
        <pc:sldMkLst>
          <pc:docMk/>
          <pc:sldMk cId="542833221" sldId="312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21"/>
        <pc:sldMkLst>
          <pc:docMk/>
          <pc:sldMk cId="965289460" sldId="314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3"/>
        <pc:sldMkLst>
          <pc:docMk/>
          <pc:sldMk cId="4049864378" sldId="324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19"/>
        <pc:sldMkLst>
          <pc:docMk/>
          <pc:sldMk cId="3759992837" sldId="395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27"/>
        <pc:sldMkLst>
          <pc:docMk/>
          <pc:sldMk cId="4216168544" sldId="437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16"/>
        <pc:sldMkLst>
          <pc:docMk/>
          <pc:sldMk cId="1882349240" sldId="444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15"/>
        <pc:sldMkLst>
          <pc:docMk/>
          <pc:sldMk cId="1294883109" sldId="766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23"/>
        <pc:sldMkLst>
          <pc:docMk/>
          <pc:sldMk cId="472165113" sldId="769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14"/>
        <pc:sldMkLst>
          <pc:docMk/>
          <pc:sldMk cId="2908630552" sldId="770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25"/>
        <pc:sldMkLst>
          <pc:docMk/>
          <pc:sldMk cId="3088772217" sldId="771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5"/>
        <pc:sldMkLst>
          <pc:docMk/>
          <pc:sldMk cId="3419554391" sldId="989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4"/>
        <pc:sldMkLst>
          <pc:docMk/>
          <pc:sldMk cId="2722659347" sldId="990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13"/>
        <pc:sldMkLst>
          <pc:docMk/>
          <pc:sldMk cId="1594538026" sldId="995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12"/>
        <pc:sldMkLst>
          <pc:docMk/>
          <pc:sldMk cId="2085230995" sldId="996"/>
        </pc:sldMkLst>
      </pc:sldChg>
      <pc:sldChg chg="modSp ord">
        <pc:chgData name="SAILLOUR Thomas (JRC-ISPRA)" userId="S::thomas.saillour@ec.europa.eu::6c253459-e3aa-47a2-9a9f-a6dc7ad24bac" providerId="AD" clId="Web-{9F82E8EC-95E3-C87B-389D-D97CB9875B3A}" dt="2026-10-12T13:13:37.303" v="88"/>
        <pc:sldMkLst>
          <pc:docMk/>
          <pc:sldMk cId="4243885595" sldId="1002"/>
        </pc:sldMkLst>
        <pc:spChg chg="mod">
          <ac:chgData name="SAILLOUR Thomas (JRC-ISPRA)" userId="S::thomas.saillour@ec.europa.eu::6c253459-e3aa-47a2-9a9f-a6dc7ad24bac" providerId="AD" clId="Web-{9F82E8EC-95E3-C87B-389D-D97CB9875B3A}" dt="2026-10-12T13:13:32.053" v="86" actId="20577"/>
          <ac:spMkLst>
            <pc:docMk/>
            <pc:sldMk cId="4243885595" sldId="1002"/>
            <ac:spMk id="6" creationId="{FC322777-0C79-2EAB-0993-67BF48647463}"/>
          </ac:spMkLst>
        </pc:spChg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2"/>
        <pc:sldMkLst>
          <pc:docMk/>
          <pc:sldMk cId="1874859506" sldId="1003"/>
        </pc:sldMkLst>
      </pc:sldChg>
      <pc:sldChg chg="del">
        <pc:chgData name="SAILLOUR Thomas (JRC-ISPRA)" userId="S::thomas.saillour@ec.europa.eu::6c253459-e3aa-47a2-9a9f-a6dc7ad24bac" providerId="AD" clId="Web-{9F82E8EC-95E3-C87B-389D-D97CB9875B3A}" dt="2026-10-12T13:11:30.861" v="1"/>
        <pc:sldMkLst>
          <pc:docMk/>
          <pc:sldMk cId="3802134573" sldId="1008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20"/>
        <pc:sldMkLst>
          <pc:docMk/>
          <pc:sldMk cId="1381980255" sldId="1014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11"/>
        <pc:sldMkLst>
          <pc:docMk/>
          <pc:sldMk cId="2712492276" sldId="1018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17"/>
        <pc:sldMkLst>
          <pc:docMk/>
          <pc:sldMk cId="3196710565" sldId="1094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37"/>
        <pc:sldMkLst>
          <pc:docMk/>
          <pc:sldMk cId="3853867354" sldId="1095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36"/>
        <pc:sldMkLst>
          <pc:docMk/>
          <pc:sldMk cId="661887162" sldId="1096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18"/>
        <pc:sldMkLst>
          <pc:docMk/>
          <pc:sldMk cId="932022635" sldId="1097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26"/>
        <pc:sldMkLst>
          <pc:docMk/>
          <pc:sldMk cId="2950035103" sldId="1098"/>
        </pc:sldMkLst>
      </pc:sldChg>
      <pc:sldChg chg="modSp ord">
        <pc:chgData name="SAILLOUR Thomas (JRC-ISPRA)" userId="S::thomas.saillour@ec.europa.eu::6c253459-e3aa-47a2-9a9f-a6dc7ad24bac" providerId="AD" clId="Web-{9F82E8EC-95E3-C87B-389D-D97CB9875B3A}" dt="2026-10-12T13:22:49.978" v="302" actId="20577"/>
        <pc:sldMkLst>
          <pc:docMk/>
          <pc:sldMk cId="359610939" sldId="1099"/>
        </pc:sldMkLst>
        <pc:spChg chg="mod">
          <ac:chgData name="SAILLOUR Thomas (JRC-ISPRA)" userId="S::thomas.saillour@ec.europa.eu::6c253459-e3aa-47a2-9a9f-a6dc7ad24bac" providerId="AD" clId="Web-{9F82E8EC-95E3-C87B-389D-D97CB9875B3A}" dt="2026-10-12T13:11:54.690" v="49" actId="20577"/>
          <ac:spMkLst>
            <pc:docMk/>
            <pc:sldMk cId="359610939" sldId="1099"/>
            <ac:spMk id="8" creationId="{7D1D6E42-CC9E-B789-6F29-1D76E67DF7B7}"/>
          </ac:spMkLst>
        </pc:spChg>
        <pc:spChg chg="mod">
          <ac:chgData name="SAILLOUR Thomas (JRC-ISPRA)" userId="S::thomas.saillour@ec.europa.eu::6c253459-e3aa-47a2-9a9f-a6dc7ad24bac" providerId="AD" clId="Web-{9F82E8EC-95E3-C87B-389D-D97CB9875B3A}" dt="2026-10-12T13:12:02.612" v="64" actId="20577"/>
          <ac:spMkLst>
            <pc:docMk/>
            <pc:sldMk cId="359610939" sldId="1099"/>
            <ac:spMk id="9" creationId="{94F3D709-94C6-A13F-1906-39B40F28E86E}"/>
          </ac:spMkLst>
        </pc:spChg>
        <pc:spChg chg="mod">
          <ac:chgData name="SAILLOUR Thomas (JRC-ISPRA)" userId="S::thomas.saillour@ec.europa.eu::6c253459-e3aa-47a2-9a9f-a6dc7ad24bac" providerId="AD" clId="Web-{9F82E8EC-95E3-C87B-389D-D97CB9875B3A}" dt="2026-10-12T13:22:49.978" v="302" actId="20577"/>
          <ac:spMkLst>
            <pc:docMk/>
            <pc:sldMk cId="359610939" sldId="1099"/>
            <ac:spMk id="10" creationId="{200AF360-E4FC-260C-009E-E9312CAF3A85}"/>
          </ac:spMkLst>
        </pc:spChg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9"/>
        <pc:sldMkLst>
          <pc:docMk/>
          <pc:sldMk cId="3813635682" sldId="1101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7"/>
        <pc:sldMkLst>
          <pc:docMk/>
          <pc:sldMk cId="446265569" sldId="1102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8"/>
        <pc:sldMkLst>
          <pc:docMk/>
          <pc:sldMk cId="4095331872" sldId="1103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10"/>
        <pc:sldMkLst>
          <pc:docMk/>
          <pc:sldMk cId="2130268637" sldId="1104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24"/>
        <pc:sldMkLst>
          <pc:docMk/>
          <pc:sldMk cId="912612558" sldId="1116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68" v="6"/>
        <pc:sldMkLst>
          <pc:docMk/>
          <pc:sldMk cId="1773615439" sldId="1188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31"/>
        <pc:sldMkLst>
          <pc:docMk/>
          <pc:sldMk cId="1100663399" sldId="1193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30"/>
        <pc:sldMkLst>
          <pc:docMk/>
          <pc:sldMk cId="1099231258" sldId="1194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29"/>
        <pc:sldMkLst>
          <pc:docMk/>
          <pc:sldMk cId="49370003" sldId="1195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28"/>
        <pc:sldMkLst>
          <pc:docMk/>
          <pc:sldMk cId="355612484" sldId="1196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32"/>
        <pc:sldMkLst>
          <pc:docMk/>
          <pc:sldMk cId="2513765404" sldId="1207"/>
        </pc:sldMkLst>
      </pc:sldChg>
      <pc:sldChg chg="ord">
        <pc:chgData name="SAILLOUR Thomas (JRC-ISPRA)" userId="S::thomas.saillour@ec.europa.eu::6c253459-e3aa-47a2-9a9f-a6dc7ad24bac" providerId="AD" clId="Web-{9F82E8EC-95E3-C87B-389D-D97CB9875B3A}" dt="2026-10-12T13:11:41.783" v="22"/>
        <pc:sldMkLst>
          <pc:docMk/>
          <pc:sldMk cId="3430788099" sldId="1209"/>
        </pc:sldMkLst>
      </pc:sldChg>
      <pc:sldChg chg="modSp add replId">
        <pc:chgData name="SAILLOUR Thomas (JRC-ISPRA)" userId="S::thomas.saillour@ec.europa.eu::6c253459-e3aa-47a2-9a9f-a6dc7ad24bac" providerId="AD" clId="Web-{9F82E8EC-95E3-C87B-389D-D97CB9875B3A}" dt="2026-10-12T13:19:41.175" v="249" actId="20577"/>
        <pc:sldMkLst>
          <pc:docMk/>
          <pc:sldMk cId="2205701558" sldId="1210"/>
        </pc:sldMkLst>
        <pc:spChg chg="mod">
          <ac:chgData name="SAILLOUR Thomas (JRC-ISPRA)" userId="S::thomas.saillour@ec.europa.eu::6c253459-e3aa-47a2-9a9f-a6dc7ad24bac" providerId="AD" clId="Web-{9F82E8EC-95E3-C87B-389D-D97CB9875B3A}" dt="2026-10-12T13:14:25.633" v="124" actId="20577"/>
          <ac:spMkLst>
            <pc:docMk/>
            <pc:sldMk cId="2205701558" sldId="1210"/>
            <ac:spMk id="6" creationId="{BDC70508-FE34-E92E-255A-CAFFFEEB937A}"/>
          </ac:spMkLst>
        </pc:spChg>
        <pc:spChg chg="mod">
          <ac:chgData name="SAILLOUR Thomas (JRC-ISPRA)" userId="S::thomas.saillour@ec.europa.eu::6c253459-e3aa-47a2-9a9f-a6dc7ad24bac" providerId="AD" clId="Web-{9F82E8EC-95E3-C87B-389D-D97CB9875B3A}" dt="2026-10-12T13:19:41.175" v="249" actId="20577"/>
          <ac:spMkLst>
            <pc:docMk/>
            <pc:sldMk cId="2205701558" sldId="1210"/>
            <ac:spMk id="10" creationId="{72145B22-9FA2-4365-FF81-812F1380F11F}"/>
          </ac:spMkLst>
        </pc:spChg>
      </pc:sldChg>
      <pc:sldChg chg="addSp delSp modSp add ord replId">
        <pc:chgData name="SAILLOUR Thomas (JRC-ISPRA)" userId="S::thomas.saillour@ec.europa.eu::6c253459-e3aa-47a2-9a9f-a6dc7ad24bac" providerId="AD" clId="Web-{9F82E8EC-95E3-C87B-389D-D97CB9875B3A}" dt="2026-10-12T13:40:49.734" v="468" actId="14100"/>
        <pc:sldMkLst>
          <pc:docMk/>
          <pc:sldMk cId="3934956137" sldId="1211"/>
        </pc:sldMkLst>
        <pc:spChg chg="mod">
          <ac:chgData name="SAILLOUR Thomas (JRC-ISPRA)" userId="S::thomas.saillour@ec.europa.eu::6c253459-e3aa-47a2-9a9f-a6dc7ad24bac" providerId="AD" clId="Web-{9F82E8EC-95E3-C87B-389D-D97CB9875B3A}" dt="2026-10-12T13:39:42.107" v="451" actId="20577"/>
          <ac:spMkLst>
            <pc:docMk/>
            <pc:sldMk cId="3934956137" sldId="1211"/>
            <ac:spMk id="2" creationId="{96547FA1-7558-AA03-9783-AAB2AD7C1856}"/>
          </ac:spMkLst>
        </pc:spChg>
        <pc:spChg chg="del mod">
          <ac:chgData name="SAILLOUR Thomas (JRC-ISPRA)" userId="S::thomas.saillour@ec.europa.eu::6c253459-e3aa-47a2-9a9f-a6dc7ad24bac" providerId="AD" clId="Web-{9F82E8EC-95E3-C87B-389D-D97CB9875B3A}" dt="2026-10-12T13:40:02.686" v="454"/>
          <ac:spMkLst>
            <pc:docMk/>
            <pc:sldMk cId="3934956137" sldId="1211"/>
            <ac:spMk id="3" creationId="{38292C81-0F69-5F04-8DD0-9EA77DC40F70}"/>
          </ac:spMkLst>
        </pc:spChg>
        <pc:spChg chg="add del mod">
          <ac:chgData name="SAILLOUR Thomas (JRC-ISPRA)" userId="S::thomas.saillour@ec.europa.eu::6c253459-e3aa-47a2-9a9f-a6dc7ad24bac" providerId="AD" clId="Web-{9F82E8EC-95E3-C87B-389D-D97CB9875B3A}" dt="2026-10-12T13:40:10.545" v="459"/>
          <ac:spMkLst>
            <pc:docMk/>
            <pc:sldMk cId="3934956137" sldId="1211"/>
            <ac:spMk id="6" creationId="{4FD08B2A-774A-06C5-663B-EA96B3E5E15A}"/>
          </ac:spMkLst>
        </pc:spChg>
        <pc:spChg chg="add del mod">
          <ac:chgData name="SAILLOUR Thomas (JRC-ISPRA)" userId="S::thomas.saillour@ec.europa.eu::6c253459-e3aa-47a2-9a9f-a6dc7ad24bac" providerId="AD" clId="Web-{9F82E8EC-95E3-C87B-389D-D97CB9875B3A}" dt="2026-10-12T13:40:07.123" v="458"/>
          <ac:spMkLst>
            <pc:docMk/>
            <pc:sldMk cId="3934956137" sldId="1211"/>
            <ac:spMk id="7" creationId="{F1D2B9DD-B72C-BDF2-34DC-2AE33D2960D6}"/>
          </ac:spMkLst>
        </pc:spChg>
        <pc:spChg chg="add del mod">
          <ac:chgData name="SAILLOUR Thomas (JRC-ISPRA)" userId="S::thomas.saillour@ec.europa.eu::6c253459-e3aa-47a2-9a9f-a6dc7ad24bac" providerId="AD" clId="Web-{9F82E8EC-95E3-C87B-389D-D97CB9875B3A}" dt="2026-10-12T13:40:24.812" v="462"/>
          <ac:spMkLst>
            <pc:docMk/>
            <pc:sldMk cId="3934956137" sldId="1211"/>
            <ac:spMk id="8" creationId="{AAA2801F-DDD4-548F-1BC6-850EFB907928}"/>
          </ac:spMkLst>
        </pc:spChg>
        <pc:spChg chg="add mod">
          <ac:chgData name="SAILLOUR Thomas (JRC-ISPRA)" userId="S::thomas.saillour@ec.europa.eu::6c253459-e3aa-47a2-9a9f-a6dc7ad24bac" providerId="AD" clId="Web-{9F82E8EC-95E3-C87B-389D-D97CB9875B3A}" dt="2026-10-12T13:40:49.734" v="468" actId="14100"/>
          <ac:spMkLst>
            <pc:docMk/>
            <pc:sldMk cId="3934956137" sldId="1211"/>
            <ac:spMk id="10" creationId="{01FFFF5C-70A8-7BC8-3E40-D81EC3C8A200}"/>
          </ac:spMkLst>
        </pc:spChg>
        <pc:picChg chg="add del">
          <ac:chgData name="SAILLOUR Thomas (JRC-ISPRA)" userId="S::thomas.saillour@ec.europa.eu::6c253459-e3aa-47a2-9a9f-a6dc7ad24bac" providerId="AD" clId="Web-{9F82E8EC-95E3-C87B-389D-D97CB9875B3A}" dt="2026-10-12T13:40:37.093" v="465"/>
          <ac:picMkLst>
            <pc:docMk/>
            <pc:sldMk cId="3934956137" sldId="1211"/>
            <ac:picMk id="12" creationId="{89F0D485-A30A-79D8-00F9-9FB0A6092E7C}"/>
          </ac:picMkLst>
        </pc:picChg>
      </pc:sldChg>
      <pc:sldChg chg="add replId">
        <pc:chgData name="SAILLOUR Thomas (JRC-ISPRA)" userId="S::thomas.saillour@ec.europa.eu::6c253459-e3aa-47a2-9a9f-a6dc7ad24bac" providerId="AD" clId="Web-{9F82E8EC-95E3-C87B-389D-D97CB9875B3A}" dt="2026-10-12T13:30:44.276" v="441"/>
        <pc:sldMkLst>
          <pc:docMk/>
          <pc:sldMk cId="1400185106" sldId="1212"/>
        </pc:sldMkLst>
      </pc:sldChg>
      <pc:sldChg chg="add replId">
        <pc:chgData name="SAILLOUR Thomas (JRC-ISPRA)" userId="S::thomas.saillour@ec.europa.eu::6c253459-e3aa-47a2-9a9f-a6dc7ad24bac" providerId="AD" clId="Web-{9F82E8EC-95E3-C87B-389D-D97CB9875B3A}" dt="2026-10-12T13:30:44.713" v="442"/>
        <pc:sldMkLst>
          <pc:docMk/>
          <pc:sldMk cId="650074035" sldId="1213"/>
        </pc:sldMkLst>
      </pc:sldChg>
      <pc:sldChg chg="del">
        <pc:chgData name="SAILLOUR Thomas (JRC-ISPRA)" userId="S::thomas.saillour@ec.europa.eu::6c253459-e3aa-47a2-9a9f-a6dc7ad24bac" providerId="AD" clId="Web-{9F82E8EC-95E3-C87B-389D-D97CB9875B3A}" dt="2026-10-12T13:11:29.908" v="0"/>
        <pc:sldMkLst>
          <pc:docMk/>
          <pc:sldMk cId="2428115158" sldId="1318"/>
        </pc:sldMkLst>
      </pc:sldChg>
    </pc:docChg>
  </pc:docChgLst>
  <pc:docChgLst>
    <pc:chgData name="SAILLOUR Thomas (JRC-ISPRA)" userId="S::thomas.saillour@ec.europa.eu::6c253459-e3aa-47a2-9a9f-a6dc7ad24bac" providerId="AD" clId="Web-{5DB82BFB-3711-6E32-5070-F7253E900612}"/>
    <pc:docChg chg="modSld">
      <pc:chgData name="SAILLOUR Thomas (JRC-ISPRA)" userId="S::thomas.saillour@ec.europa.eu::6c253459-e3aa-47a2-9a9f-a6dc7ad24bac" providerId="AD" clId="Web-{5DB82BFB-3711-6E32-5070-F7253E900612}" dt="2026-10-13T07:35:31.396" v="208" actId="20577"/>
      <pc:docMkLst>
        <pc:docMk/>
      </pc:docMkLst>
      <pc:sldChg chg="modSp">
        <pc:chgData name="SAILLOUR Thomas (JRC-ISPRA)" userId="S::thomas.saillour@ec.europa.eu::6c253459-e3aa-47a2-9a9f-a6dc7ad24bac" providerId="AD" clId="Web-{5DB82BFB-3711-6E32-5070-F7253E900612}" dt="2026-10-13T07:26:41.114" v="105" actId="20577"/>
        <pc:sldMkLst>
          <pc:docMk/>
          <pc:sldMk cId="359610939" sldId="1099"/>
        </pc:sldMkLst>
        <pc:spChg chg="mod">
          <ac:chgData name="SAILLOUR Thomas (JRC-ISPRA)" userId="S::thomas.saillour@ec.europa.eu::6c253459-e3aa-47a2-9a9f-a6dc7ad24bac" providerId="AD" clId="Web-{5DB82BFB-3711-6E32-5070-F7253E900612}" dt="2026-10-13T07:26:41.114" v="105" actId="20577"/>
          <ac:spMkLst>
            <pc:docMk/>
            <pc:sldMk cId="359610939" sldId="1099"/>
            <ac:spMk id="10" creationId="{200AF360-E4FC-260C-009E-E9312CAF3A85}"/>
          </ac:spMkLst>
        </pc:spChg>
      </pc:sldChg>
      <pc:sldChg chg="addSp modSp">
        <pc:chgData name="SAILLOUR Thomas (JRC-ISPRA)" userId="S::thomas.saillour@ec.europa.eu::6c253459-e3aa-47a2-9a9f-a6dc7ad24bac" providerId="AD" clId="Web-{5DB82BFB-3711-6E32-5070-F7253E900612}" dt="2026-10-13T07:35:31.396" v="208" actId="20577"/>
        <pc:sldMkLst>
          <pc:docMk/>
          <pc:sldMk cId="2412926318" sldId="1225"/>
        </pc:sldMkLst>
        <pc:spChg chg="mod">
          <ac:chgData name="SAILLOUR Thomas (JRC-ISPRA)" userId="S::thomas.saillour@ec.europa.eu::6c253459-e3aa-47a2-9a9f-a6dc7ad24bac" providerId="AD" clId="Web-{5DB82BFB-3711-6E32-5070-F7253E900612}" dt="2026-10-13T07:35:31.396" v="208" actId="20577"/>
          <ac:spMkLst>
            <pc:docMk/>
            <pc:sldMk cId="2412926318" sldId="1225"/>
            <ac:spMk id="6" creationId="{8AED9308-7161-4CD2-6324-E62977E3403C}"/>
          </ac:spMkLst>
        </pc:spChg>
        <pc:picChg chg="add mod">
          <ac:chgData name="SAILLOUR Thomas (JRC-ISPRA)" userId="S::thomas.saillour@ec.europa.eu::6c253459-e3aa-47a2-9a9f-a6dc7ad24bac" providerId="AD" clId="Web-{5DB82BFB-3711-6E32-5070-F7253E900612}" dt="2026-10-13T07:32:38.782" v="187" actId="1076"/>
          <ac:picMkLst>
            <pc:docMk/>
            <pc:sldMk cId="2412926318" sldId="1225"/>
            <ac:picMk id="2" creationId="{D3183FFC-9C18-677F-5FA1-2842D4C74AEB}"/>
          </ac:picMkLst>
        </pc:picChg>
        <pc:picChg chg="add mod">
          <ac:chgData name="SAILLOUR Thomas (JRC-ISPRA)" userId="S::thomas.saillour@ec.europa.eu::6c253459-e3aa-47a2-9a9f-a6dc7ad24bac" providerId="AD" clId="Web-{5DB82BFB-3711-6E32-5070-F7253E900612}" dt="2026-10-13T07:32:57.157" v="201" actId="1076"/>
          <ac:picMkLst>
            <pc:docMk/>
            <pc:sldMk cId="2412926318" sldId="1225"/>
            <ac:picMk id="3" creationId="{79411836-E30A-3AC5-95A7-2CC8AEDDFED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39EFE-0303-44F6-9A16-FD3B5E015DB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F04766-77AF-4EBE-9704-229FD5F6AD6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98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926D1-0013-4A80-B64E-9D824EE65210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F2995-AB43-4B7C-B8CD-9DC7C3692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7846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ceuropaeu.sharepoint.com/sites/intellectual-property/SiteAssets/Forms/AllItems.aspx?id=%2Fsites%2Fintellectual%2Dproperty%2FSiteAssets%2FSitePages%2FGuides%2Dand%2DManuals%2F2019%5FReuse%2Dguidelines%28CC%2DBY%29%5FJan2022%2Epdf&amp;parent=%2Fsites%2Fintellectual%2Dproperty%2FSiteAssets%2FSitePages%2FGuides%2Dand%2DManuals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4EEA-76A8-5E73-155A-51515907B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F5CC1-9792-A930-CDB0-16BF597E7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816B6-4A09-E0CB-4CF6-9C8278CD5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Cover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D582B-A470-676A-E375-03DF9576E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F2995-AB43-4B7C-B8CD-9DC7C3692A9C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147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AA6E5-BE2B-66A9-1434-7CA3A7C80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9C48C-18B1-12FE-3377-E7DACC6BB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4F685-500C-28E3-016E-5051581B4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Cover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6F239-8B7B-9800-B3A2-EB27BACA1B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F2995-AB43-4B7C-B8CD-9DC7C3692A9C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825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FA52C-B1CE-5647-098A-0967EAFDB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D3154-9B15-AE64-29B0-41FDAF7F3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DB853-95A9-CC6E-C385-C098D3054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Cover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55A77-F079-76E3-8A0E-179945DD9B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F2995-AB43-4B7C-B8CD-9DC7C3692A9C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829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1EA9D-94F8-201D-27B8-DABB22D39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85A904-174D-2722-141E-829C59E77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FBE6A-3032-F96A-B7B9-361BDFEAC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55FAE-6C30-1BB0-D316-D1C40EA050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F2995-AB43-4B7C-B8CD-9DC7C3692A9C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80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F2995-AB43-4B7C-B8CD-9DC7C3692A9C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032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1A7D-ABA6-6504-993B-12F11780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6F413-F076-497F-E7D4-C9B21DA7B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EEF3D-8B54-671A-3C19-44C6FFCE8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D73FC-BBE8-EE1B-3A45-1F215FE700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F2995-AB43-4B7C-B8CD-9DC7C3692A9C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249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baseline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baseline="0"/>
              <a:t>More information in the Reuse guidelines: </a:t>
            </a:r>
            <a:r>
              <a:rPr lang="it-IT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eceuropaeu.sharepoint.com/</a:t>
            </a:r>
            <a:r>
              <a:rPr lang="it-IT" sz="1200" u="sng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sites</a:t>
            </a:r>
            <a:r>
              <a:rPr lang="it-IT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/</a:t>
            </a:r>
            <a:r>
              <a:rPr lang="it-IT" sz="1200" u="sng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intellectual-property</a:t>
            </a:r>
            <a:r>
              <a:rPr lang="it-IT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/</a:t>
            </a:r>
            <a:r>
              <a:rPr lang="it-IT" sz="1200" u="sng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SiteAssets</a:t>
            </a:r>
            <a:r>
              <a:rPr lang="it-IT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/Forms/</a:t>
            </a:r>
            <a:r>
              <a:rPr lang="it-IT" sz="1200" u="sng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AllItems.aspx?id</a:t>
            </a:r>
            <a:r>
              <a:rPr lang="it-IT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=%2Fsites%2Fintellectual-property%2FSiteAssets%2FSitePages%2FGuides-and-Manuals%2F2019_Reuse-guidelines%28CC-BY%29_Jan2022%2Epdf&amp;parent=%2Fsites%2Fintellectual-property%2FSiteAssets%2FSitePages%2FGuides-and-Manuals</a:t>
            </a:r>
            <a:endParaRPr lang="en-150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150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F2995-AB43-4B7C-B8CD-9DC7C3692A9C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146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reativecommons.org/licenses/by/4.0/" TargetMode="External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bg>
      <p:bgPr>
        <a:gradFill>
          <a:gsLst>
            <a:gs pos="75000">
              <a:srgbClr val="5DA6C5"/>
            </a:gs>
            <a:gs pos="47000">
              <a:srgbClr val="5781B8"/>
            </a:gs>
            <a:gs pos="4000">
              <a:srgbClr val="4E51A7"/>
            </a:gs>
            <a:gs pos="100000">
              <a:srgbClr val="65D4D5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JRC symbol" descr="A black circle with dots&#10;&#10;AI-generated content may be incorrect.">
            <a:extLst>
              <a:ext uri="{FF2B5EF4-FFF2-40B4-BE49-F238E27FC236}">
                <a16:creationId xmlns:a16="http://schemas.microsoft.com/office/drawing/2014/main" id="{725D4AB3-EADA-E922-EA70-C927A8FFB8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47" r="49243" b="4824"/>
          <a:stretch>
            <a:fillRect/>
          </a:stretch>
        </p:blipFill>
        <p:spPr>
          <a:xfrm>
            <a:off x="8401069" y="0"/>
            <a:ext cx="3790932" cy="6858000"/>
          </a:xfrm>
          <a:prstGeom prst="rect">
            <a:avLst/>
          </a:prstGeom>
        </p:spPr>
      </p:pic>
      <p:pic>
        <p:nvPicPr>
          <p:cNvPr id="5" name="EC logo" descr="European Commission">
            <a:extLst>
              <a:ext uri="{FF2B5EF4-FFF2-40B4-BE49-F238E27FC236}">
                <a16:creationId xmlns:a16="http://schemas.microsoft.com/office/drawing/2014/main" id="{5BB2D12E-18B3-959D-037B-3FCA2A7027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63383" y="5738784"/>
            <a:ext cx="2544024" cy="941017"/>
          </a:xfrm>
          <a:prstGeom prst="rect">
            <a:avLst/>
          </a:prstGeom>
          <a:noFill/>
        </p:spPr>
      </p:pic>
      <p:sp>
        <p:nvSpPr>
          <p:cNvPr id="7" name="Speaker, venue">
            <a:extLst>
              <a:ext uri="{FF2B5EF4-FFF2-40B4-BE49-F238E27FC236}">
                <a16:creationId xmlns:a16="http://schemas.microsoft.com/office/drawing/2014/main" id="{CD23B510-2F58-56A1-7F6F-515ECCAF73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803275" y="5399738"/>
            <a:ext cx="5724000" cy="684000"/>
          </a:xfrm>
          <a:prstGeom prst="rect">
            <a:avLst/>
          </a:prstGeom>
        </p:spPr>
        <p:txBody>
          <a:bodyPr lIns="0" tIns="0"/>
          <a:lstStyle>
            <a:lvl1pPr marL="0" indent="0" algn="l">
              <a:spcAft>
                <a:spcPts val="40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Speaker</a:t>
            </a:r>
          </a:p>
        </p:txBody>
      </p:sp>
      <p:sp>
        <p:nvSpPr>
          <p:cNvPr id="40" name="Subtitle">
            <a:extLst>
              <a:ext uri="{FF2B5EF4-FFF2-40B4-BE49-F238E27FC236}">
                <a16:creationId xmlns:a16="http://schemas.microsoft.com/office/drawing/2014/main" id="{BE9F0F0B-69CC-DFB6-5C7F-41B2FD0B0A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803275" y="3874486"/>
            <a:ext cx="7324003" cy="135170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515F952-885D-C605-132C-FFDBD2BCFF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803275" y="575220"/>
            <a:ext cx="7324004" cy="313138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Cover slide </a:t>
            </a:r>
            <a:br>
              <a:rPr lang="en-GB" noProof="0"/>
            </a:br>
            <a:r>
              <a:rPr lang="en-GB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26644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">
    <p:bg>
      <p:bgPr>
        <a:gradFill>
          <a:gsLst>
            <a:gs pos="75000">
              <a:srgbClr val="5DA6C5"/>
            </a:gs>
            <a:gs pos="47000">
              <a:srgbClr val="5781B8"/>
            </a:gs>
            <a:gs pos="4000">
              <a:srgbClr val="4E51A7"/>
            </a:gs>
            <a:gs pos="100000">
              <a:srgbClr val="65D4D5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C logo" descr="European Commission">
            <a:extLst>
              <a:ext uri="{FF2B5EF4-FFF2-40B4-BE49-F238E27FC236}">
                <a16:creationId xmlns:a16="http://schemas.microsoft.com/office/drawing/2014/main" id="{3AECCEB1-4DE4-8CB1-B84E-809D6316009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r="45043"/>
          <a:stretch/>
        </p:blipFill>
        <p:spPr>
          <a:xfrm>
            <a:off x="10729044" y="5893948"/>
            <a:ext cx="1158155" cy="779504"/>
          </a:xfrm>
          <a:prstGeom prst="rect">
            <a:avLst/>
          </a:prstGeom>
          <a:noFill/>
        </p:spPr>
      </p:pic>
      <p:sp>
        <p:nvSpPr>
          <p:cNvPr id="40" name="Subtitle">
            <a:extLst>
              <a:ext uri="{FF2B5EF4-FFF2-40B4-BE49-F238E27FC236}">
                <a16:creationId xmlns:a16="http://schemas.microsoft.com/office/drawing/2014/main" id="{BE9F0F0B-69CC-DFB6-5C7F-41B2FD0B0A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803275" y="3874486"/>
            <a:ext cx="7324003" cy="135170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9" name="Title">
            <a:extLst>
              <a:ext uri="{FF2B5EF4-FFF2-40B4-BE49-F238E27FC236}">
                <a16:creationId xmlns:a16="http://schemas.microsoft.com/office/drawing/2014/main" id="{A2470777-AF5E-320A-439E-A6DEC5AE3F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803275" y="575220"/>
            <a:ext cx="7324004" cy="313138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Chapter slide </a:t>
            </a:r>
            <a:br>
              <a:rPr lang="en-GB" noProof="0"/>
            </a:br>
            <a:r>
              <a:rPr lang="en-GB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4905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68DF9FA3-520D-226E-FE5C-8C0AB77F136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0574" y="1798638"/>
            <a:ext cx="10609261" cy="4248150"/>
          </a:xfrm>
          <a:prstGeom prst="rect">
            <a:avLst/>
          </a:prstGeom>
        </p:spPr>
        <p:txBody>
          <a:bodyPr/>
          <a:lstStyle>
            <a:lvl1pPr indent="-216000">
              <a:spcAft>
                <a:spcPts val="200"/>
              </a:spcAft>
              <a:buClr>
                <a:schemeClr val="tx2"/>
              </a:buClr>
              <a:defRPr sz="1600"/>
            </a:lvl1pPr>
            <a:lvl2pPr marL="48895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758825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2870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249363" indent="-20955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209256F-2ACF-82E0-4B63-2250C7FA3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4F6BB3B9-1656-8CC1-621D-BE00C0BE3CC3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GB" sz="1050" noProof="0" smtClean="0"/>
              <a:pPr/>
              <a:t>‹#›</a:t>
            </a:fld>
            <a:endParaRPr lang="en-GB" sz="1050" noProof="0"/>
          </a:p>
        </p:txBody>
      </p:sp>
    </p:spTree>
    <p:extLst>
      <p:ext uri="{BB962C8B-B14F-4D97-AF65-F5344CB8AC3E}">
        <p14:creationId xmlns:p14="http://schemas.microsoft.com/office/powerpoint/2010/main" val="2701915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AA9F0A5-0A99-FE1B-8BA6-A039D57272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3"/>
          </p:nvPr>
        </p:nvSpPr>
        <p:spPr>
          <a:xfrm>
            <a:off x="6227279" y="2698190"/>
            <a:ext cx="5184146" cy="3348597"/>
          </a:xfrm>
          <a:prstGeom prst="rect">
            <a:avLst/>
          </a:prstGeom>
        </p:spPr>
        <p:txBody>
          <a:bodyPr/>
          <a:lstStyle>
            <a:lvl1pPr indent="-216000">
              <a:spcAft>
                <a:spcPts val="200"/>
              </a:spcAft>
              <a:buClr>
                <a:schemeClr val="tx2"/>
              </a:buClr>
              <a:defRPr sz="1600"/>
            </a:lvl1pPr>
            <a:lvl2pPr marL="48895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758825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2870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249363" indent="-20955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2"/>
          <p:cNvSpPr>
            <a:spLocks noGrp="1" noRot="1" noMove="1" noResize="1" noEditPoints="1" noAdjustHandles="1" noChangeArrowheads="1" noChangeShapeType="1"/>
          </p:cNvSpPr>
          <p:nvPr>
            <p:ph type="body" sz="quarter" idx="3"/>
          </p:nvPr>
        </p:nvSpPr>
        <p:spPr>
          <a:xfrm>
            <a:off x="6232768" y="1798637"/>
            <a:ext cx="5167070" cy="706438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64B5D55F-B2F9-8F22-3A75-F8D4AEA6D3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2"/>
          </p:nvPr>
        </p:nvSpPr>
        <p:spPr>
          <a:xfrm>
            <a:off x="790575" y="2698190"/>
            <a:ext cx="5184146" cy="3348597"/>
          </a:xfrm>
          <a:prstGeom prst="rect">
            <a:avLst/>
          </a:prstGeom>
        </p:spPr>
        <p:txBody>
          <a:bodyPr/>
          <a:lstStyle>
            <a:lvl1pPr indent="-216000">
              <a:spcAft>
                <a:spcPts val="200"/>
              </a:spcAft>
              <a:buClr>
                <a:schemeClr val="tx2"/>
              </a:buClr>
              <a:defRPr sz="1600"/>
            </a:lvl1pPr>
            <a:lvl2pPr marL="48895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758825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2870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249363" indent="-20955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3" name="Text Placeholder 1"/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790576" y="1798637"/>
            <a:ext cx="5184145" cy="706437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F3C4D5A-CBA4-3B89-3175-603AB0D5BB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A9BB881F-1B20-A35E-FE34-9B6BBD35AE6F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946336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587151F-CB0B-88B8-FDBD-28C34A2DE8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20"/>
          </p:nvPr>
        </p:nvSpPr>
        <p:spPr>
          <a:xfrm>
            <a:off x="8056081" y="2698190"/>
            <a:ext cx="3349799" cy="3348597"/>
          </a:xfrm>
          <a:prstGeom prst="rect">
            <a:avLst/>
          </a:prstGeom>
        </p:spPr>
        <p:txBody>
          <a:bodyPr/>
          <a:lstStyle>
            <a:lvl1pPr indent="-216000">
              <a:spcAft>
                <a:spcPts val="200"/>
              </a:spcAft>
              <a:buClr>
                <a:schemeClr val="tx2"/>
              </a:buClr>
              <a:defRPr sz="1600"/>
            </a:lvl1pPr>
            <a:lvl2pPr marL="48895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758825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2870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249363" indent="-20955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3" name="Text Placeholder 3"/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790576" y="1798637"/>
            <a:ext cx="3349799" cy="706437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83E255-04CA-63F3-11D3-C1A7222A5C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9"/>
          </p:nvPr>
        </p:nvSpPr>
        <p:spPr>
          <a:xfrm>
            <a:off x="4428298" y="2698190"/>
            <a:ext cx="3349799" cy="3348597"/>
          </a:xfrm>
          <a:prstGeom prst="rect">
            <a:avLst/>
          </a:prstGeom>
        </p:spPr>
        <p:txBody>
          <a:bodyPr/>
          <a:lstStyle>
            <a:lvl1pPr indent="-216000">
              <a:spcAft>
                <a:spcPts val="200"/>
              </a:spcAft>
              <a:buClr>
                <a:schemeClr val="tx2"/>
              </a:buClr>
              <a:defRPr sz="1600"/>
            </a:lvl1pPr>
            <a:lvl2pPr marL="48895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758825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2870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249363" indent="-20955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2"/>
          <p:cNvSpPr>
            <a:spLocks noGrp="1" noRot="1" noMove="1" noResize="1" noEditPoints="1" noAdjustHandles="1" noChangeArrowheads="1" noChangeShapeType="1"/>
          </p:cNvSpPr>
          <p:nvPr>
            <p:ph type="body" sz="quarter" idx="3"/>
          </p:nvPr>
        </p:nvSpPr>
        <p:spPr>
          <a:xfrm>
            <a:off x="4432907" y="1798637"/>
            <a:ext cx="3349799" cy="706438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0C8FCE1F-222F-0BC6-4937-3305132E1F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8"/>
          </p:nvPr>
        </p:nvSpPr>
        <p:spPr>
          <a:xfrm>
            <a:off x="790576" y="2698190"/>
            <a:ext cx="3349799" cy="3348597"/>
          </a:xfrm>
          <a:prstGeom prst="rect">
            <a:avLst/>
          </a:prstGeom>
        </p:spPr>
        <p:txBody>
          <a:bodyPr/>
          <a:lstStyle>
            <a:lvl1pPr indent="-216000">
              <a:spcAft>
                <a:spcPts val="200"/>
              </a:spcAft>
              <a:buClr>
                <a:schemeClr val="tx2"/>
              </a:buClr>
              <a:defRPr sz="1600"/>
            </a:lvl1pPr>
            <a:lvl2pPr marL="48895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758825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2870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249363" indent="-20955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A827F33-D01B-C18D-1700-94E1DF78C9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/>
          </p:nvPr>
        </p:nvSpPr>
        <p:spPr>
          <a:xfrm>
            <a:off x="8055783" y="1798637"/>
            <a:ext cx="3349799" cy="706438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F3C4D5A-CBA4-3B89-3175-603AB0D5BB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FB338EF-E8F2-D5CE-00E7-A4A8CBFA0FDD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4010872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5B72939D-61BD-4609-D476-6D997AC794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0" y="1798638"/>
            <a:ext cx="12192000" cy="4068762"/>
          </a:xfrm>
          <a:prstGeom prst="rect">
            <a:avLst/>
          </a:prstGeom>
          <a:solidFill>
            <a:srgbClr val="D6E0FF"/>
          </a:solidFill>
        </p:spPr>
        <p:txBody>
          <a:bodyPr tIns="1260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136C2E53-89B6-D5FC-0588-C7BC762658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59FFC6F-5B5B-BB27-6860-A3B5EC97959A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3762637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6EBA33BF-8381-4378-70B7-B234C3E865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/>
          </p:nvPr>
        </p:nvSpPr>
        <p:spPr>
          <a:xfrm>
            <a:off x="832010" y="1805204"/>
            <a:ext cx="4889521" cy="4241583"/>
          </a:xfrm>
          <a:prstGeom prst="roundRect">
            <a:avLst>
              <a:gd name="adj" fmla="val 9481"/>
            </a:avLst>
          </a:prstGeom>
          <a:solidFill>
            <a:srgbClr val="D6E0FF"/>
          </a:solidFill>
          <a:ln w="28575" cmpd="sng">
            <a:noFill/>
          </a:ln>
        </p:spPr>
        <p:txBody>
          <a:bodyPr tIns="720000" bIns="0" anchor="ctr" anchorCtr="0"/>
          <a:lstStyle>
            <a:lvl1pPr marL="0" indent="0" algn="ctr">
              <a:buClr>
                <a:schemeClr val="accent2"/>
              </a:buClr>
              <a:buFont typeface="Arial"/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ext Placeholder">
            <a:extLst>
              <a:ext uri="{FF2B5EF4-FFF2-40B4-BE49-F238E27FC236}">
                <a16:creationId xmlns:a16="http://schemas.microsoft.com/office/drawing/2014/main" id="{843ADEED-3715-BB94-D668-EC772D36B2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6096000" y="2674767"/>
            <a:ext cx="5303838" cy="2552142"/>
          </a:xfrm>
          <a:prstGeom prst="rect">
            <a:avLst/>
          </a:prstGeom>
          <a:noFill/>
        </p:spPr>
        <p:txBody>
          <a:bodyPr lIns="360000" tIns="360000" rIns="360000" bIns="360000" anchor="ctr" anchorCtr="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Quote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9776D06F-22B3-C8E6-815C-922071D7F8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7F6B83DC-84D3-4BAE-839E-1656E3EE16FE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3291357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and Content (half p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DFBD9765-3C72-06D1-09D8-10CDE03BBE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/>
          </p:nvPr>
        </p:nvSpPr>
        <p:spPr>
          <a:xfrm>
            <a:off x="6096001" y="1805204"/>
            <a:ext cx="5303838" cy="4241583"/>
          </a:xfrm>
          <a:prstGeom prst="roundRect">
            <a:avLst>
              <a:gd name="adj" fmla="val 8983"/>
            </a:avLst>
          </a:prstGeom>
          <a:solidFill>
            <a:srgbClr val="D6E0FF"/>
          </a:solidFill>
          <a:ln w="28575" cmpd="sng">
            <a:noFill/>
          </a:ln>
        </p:spPr>
        <p:txBody>
          <a:bodyPr tIns="720000" bIns="0" anchor="ctr" anchorCtr="0"/>
          <a:lstStyle>
            <a:lvl1pPr marL="0" indent="0" algn="ctr">
              <a:buClr>
                <a:schemeClr val="accent2"/>
              </a:buClr>
              <a:buFont typeface="Arial"/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E4E583BE-0611-D157-910C-723414A4A6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0575" y="2358000"/>
            <a:ext cx="4985536" cy="3474000"/>
          </a:xfrm>
          <a:prstGeom prst="rect">
            <a:avLst/>
          </a:prstGeom>
        </p:spPr>
        <p:txBody>
          <a:bodyPr/>
          <a:lstStyle>
            <a:lvl1pPr marL="225425" indent="-216000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AA0E8AFA-B815-894A-CDD8-718FCA065C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79C5041D-2DA5-80C0-E0FA-80521700E9B7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1649063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and Content (half p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D6E0FF"/>
          </a:solidFill>
          <a:ln w="28575">
            <a:noFill/>
          </a:ln>
        </p:spPr>
        <p:txBody>
          <a:bodyPr lIns="360000" tIns="1260000" rIns="360000" bIns="360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04BD840-2156-E332-09E0-EDA53FBD65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0574" y="2358000"/>
            <a:ext cx="4978311" cy="3474000"/>
          </a:xfrm>
          <a:prstGeom prst="rect">
            <a:avLst/>
          </a:prstGeom>
        </p:spPr>
        <p:txBody>
          <a:bodyPr/>
          <a:lstStyle>
            <a:lvl1pPr marL="225425" indent="-216000" algn="l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0F781348-A971-C650-1C2C-F01247DDC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641059CE-58CF-E8C9-E1EB-74C19DA1EFA8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257315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and Content (half p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D6E0FF"/>
          </a:solidFill>
          <a:ln w="28575">
            <a:noFill/>
          </a:ln>
        </p:spPr>
        <p:txBody>
          <a:bodyPr lIns="360000" tIns="1260000" rIns="360000" bIns="360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0F781348-A971-C650-1C2C-F01247DDC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641059CE-58CF-E8C9-E1EB-74C19DA1EFA8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25A8A799-4278-C91F-86A6-4E1871ECEA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0576" y="2262795"/>
            <a:ext cx="5759999" cy="3240000"/>
          </a:xfrm>
          <a:prstGeom prst="rect">
            <a:avLst/>
          </a:prstGeom>
          <a:solidFill>
            <a:srgbClr val="D6E0FF"/>
          </a:solidFill>
          <a:ln w="28575">
            <a:noFill/>
          </a:ln>
        </p:spPr>
        <p:txBody>
          <a:bodyPr lIns="360000" tIns="1260000" rIns="360000" bIns="360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12224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and Content (half p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D6E0FF"/>
          </a:solidFill>
          <a:ln w="28575">
            <a:noFill/>
          </a:ln>
        </p:spPr>
        <p:txBody>
          <a:bodyPr lIns="360000" tIns="1260000" rIns="360000" bIns="360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641059CE-58CF-E8C9-E1EB-74C19DA1EFA8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E0B2A09-0788-9350-A7CD-88C700F8EF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32970" y="4307150"/>
            <a:ext cx="4559030" cy="609737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180000" rIns="720000" bIns="180000" anchor="b" anchorCtr="0">
            <a:spAutoFit/>
          </a:bodyPr>
          <a:lstStyle>
            <a:lvl1pPr marL="225425" indent="-216000" algn="l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3A9B1B70-A89C-89D8-D6D4-4ABCA75BEA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32970" y="4916887"/>
            <a:ext cx="4559030" cy="52349"/>
          </a:xfrm>
          <a:prstGeom prst="rect">
            <a:avLst/>
          </a:prstGeom>
          <a:solidFill>
            <a:srgbClr val="6970D6"/>
          </a:solidFill>
        </p:spPr>
        <p:txBody>
          <a:bodyPr wrap="square" lIns="180000" tIns="360000" rIns="360000" bIns="108000">
            <a:noAutofit/>
          </a:bodyPr>
          <a:lstStyle>
            <a:lvl1pPr marL="225425" indent="-216000" algn="l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319088" indent="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buNone/>
              <a:tabLst/>
              <a:defRPr sz="11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2118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irc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E9222AD-1A38-FA9E-C702-E8334AA7F4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6095206" y="2215464"/>
            <a:ext cx="5304632" cy="3472414"/>
          </a:xfrm>
          <a:prstGeom prst="rect">
            <a:avLst/>
          </a:prstGeom>
        </p:spPr>
        <p:txBody>
          <a:bodyPr/>
          <a:lstStyle>
            <a:lvl1pPr marL="225425" indent="-216000" algn="l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40868CBF-E3B8-8442-4CFE-C54E26024E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970721" y="1817827"/>
            <a:ext cx="4246737" cy="4246737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9F12B5C1-FF92-7B0D-F4CC-6E025BE782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70105170-6CDF-42AE-95F8-A7A31A4FBD20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2529358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irc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41ADBEC-E3C6-D031-A722-27EF7145D4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/>
          </p:nvPr>
        </p:nvSpPr>
        <p:spPr>
          <a:xfrm>
            <a:off x="6803756" y="2215464"/>
            <a:ext cx="4596082" cy="3472414"/>
          </a:xfrm>
          <a:prstGeom prst="rect">
            <a:avLst/>
          </a:prstGeom>
        </p:spPr>
        <p:txBody>
          <a:bodyPr/>
          <a:lstStyle>
            <a:lvl1pPr marL="225425" indent="-216000" algn="l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3C1570E3-BE36-B211-C4F9-153743C112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970721" y="1817827"/>
            <a:ext cx="4246737" cy="4246737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90CE9F2-8960-C266-3776-8FEE74278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4390939" y="3999008"/>
            <a:ext cx="2065556" cy="2065556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2B91C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0016EDA7-C805-1A18-57A1-4BF4380D27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E10F2DB-699B-CC3E-603D-05C117988A4C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22582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and r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8E004AC7-DA27-2C4C-C779-2BC193225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6"/>
          </p:nvPr>
        </p:nvSpPr>
        <p:spPr>
          <a:xfrm>
            <a:off x="2862533" y="2158459"/>
            <a:ext cx="3530553" cy="3530553"/>
          </a:xfrm>
          <a:custGeom>
            <a:avLst/>
            <a:gdLst>
              <a:gd name="connsiteX0" fmla="*/ 1704152 w 3408305"/>
              <a:gd name="connsiteY0" fmla="*/ 806685 h 3408305"/>
              <a:gd name="connsiteX1" fmla="*/ 806685 w 3408305"/>
              <a:gd name="connsiteY1" fmla="*/ 1704152 h 3408305"/>
              <a:gd name="connsiteX2" fmla="*/ 1704152 w 3408305"/>
              <a:gd name="connsiteY2" fmla="*/ 2601619 h 3408305"/>
              <a:gd name="connsiteX3" fmla="*/ 2601619 w 3408305"/>
              <a:gd name="connsiteY3" fmla="*/ 1704152 h 3408305"/>
              <a:gd name="connsiteX4" fmla="*/ 1704152 w 3408305"/>
              <a:gd name="connsiteY4" fmla="*/ 806685 h 3408305"/>
              <a:gd name="connsiteX5" fmla="*/ 1704152 w 3408305"/>
              <a:gd name="connsiteY5" fmla="*/ 0 h 3408305"/>
              <a:gd name="connsiteX6" fmla="*/ 3408305 w 3408305"/>
              <a:gd name="connsiteY6" fmla="*/ 1704153 h 3408305"/>
              <a:gd name="connsiteX7" fmla="*/ 1704152 w 3408305"/>
              <a:gd name="connsiteY7" fmla="*/ 3408305 h 3408305"/>
              <a:gd name="connsiteX8" fmla="*/ 0 w 3408305"/>
              <a:gd name="connsiteY8" fmla="*/ 1704153 h 3408305"/>
              <a:gd name="connsiteX9" fmla="*/ 1704152 w 3408305"/>
              <a:gd name="connsiteY9" fmla="*/ 0 h 340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08305" h="3408305">
                <a:moveTo>
                  <a:pt x="1704152" y="806685"/>
                </a:moveTo>
                <a:cubicBezTo>
                  <a:pt x="1208495" y="806685"/>
                  <a:pt x="806685" y="1208495"/>
                  <a:pt x="806685" y="1704152"/>
                </a:cubicBezTo>
                <a:cubicBezTo>
                  <a:pt x="806685" y="2199809"/>
                  <a:pt x="1208495" y="2601619"/>
                  <a:pt x="1704152" y="2601619"/>
                </a:cubicBezTo>
                <a:cubicBezTo>
                  <a:pt x="2199809" y="2601619"/>
                  <a:pt x="2601619" y="2199809"/>
                  <a:pt x="2601619" y="1704152"/>
                </a:cubicBezTo>
                <a:cubicBezTo>
                  <a:pt x="2601619" y="1208495"/>
                  <a:pt x="2199809" y="806685"/>
                  <a:pt x="1704152" y="806685"/>
                </a:cubicBezTo>
                <a:close/>
                <a:moveTo>
                  <a:pt x="1704152" y="0"/>
                </a:moveTo>
                <a:cubicBezTo>
                  <a:pt x="2645331" y="0"/>
                  <a:pt x="3408305" y="762974"/>
                  <a:pt x="3408305" y="1704153"/>
                </a:cubicBezTo>
                <a:cubicBezTo>
                  <a:pt x="3408305" y="2645331"/>
                  <a:pt x="2645331" y="3408305"/>
                  <a:pt x="1704152" y="3408305"/>
                </a:cubicBezTo>
                <a:cubicBezTo>
                  <a:pt x="762974" y="3408305"/>
                  <a:pt x="0" y="2645331"/>
                  <a:pt x="0" y="1704153"/>
                </a:cubicBezTo>
                <a:cubicBezTo>
                  <a:pt x="0" y="762974"/>
                  <a:pt x="762974" y="0"/>
                  <a:pt x="1704152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2880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40868CBF-E3B8-8442-4CFE-C54E26024E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788196" y="2158459"/>
            <a:ext cx="3530553" cy="3530553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A0A1EAAD-49F6-5B62-CE3D-E649452A4F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/>
          </p:nvPr>
        </p:nvSpPr>
        <p:spPr>
          <a:xfrm>
            <a:off x="6803756" y="2932462"/>
            <a:ext cx="4596082" cy="1980502"/>
          </a:xfrm>
          <a:prstGeom prst="rect">
            <a:avLst/>
          </a:prstGeom>
        </p:spPr>
        <p:txBody>
          <a:bodyPr/>
          <a:lstStyle>
            <a:lvl1pPr marL="225425" indent="-216000" algn="l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1962D3D-8CBE-5865-DA42-41B20F2645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D65C641-80ED-92F5-E9CE-866F3E44092C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3501843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rcle image_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9E9222AD-1A38-FA9E-C702-E8334AA7F4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0574" y="2215464"/>
            <a:ext cx="5304632" cy="3472414"/>
          </a:xfrm>
          <a:prstGeom prst="rect">
            <a:avLst/>
          </a:prstGeom>
        </p:spPr>
        <p:txBody>
          <a:bodyPr/>
          <a:lstStyle>
            <a:lvl1pPr marL="225425" indent="-216000" algn="l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40868CBF-E3B8-8442-4CFE-C54E26024E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316" y="1817827"/>
            <a:ext cx="4246737" cy="4246737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9F12B5C1-FF92-7B0D-F4CC-6E025BE78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circle">
            <a:extLst>
              <a:ext uri="{FF2B5EF4-FFF2-40B4-BE49-F238E27FC236}">
                <a16:creationId xmlns:a16="http://schemas.microsoft.com/office/drawing/2014/main" id="{08FA68CA-EC4B-DF4E-5780-D8BE56DA6C6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59288" y="4688486"/>
            <a:ext cx="1358302" cy="1358302"/>
          </a:xfrm>
          <a:prstGeom prst="ellipse">
            <a:avLst/>
          </a:prstGeom>
          <a:solidFill>
            <a:schemeClr val="bg2"/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2B91C5"/>
              </a:buClr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2B91C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Text Placeholder circle">
            <a:extLst>
              <a:ext uri="{FF2B5EF4-FFF2-40B4-BE49-F238E27FC236}">
                <a16:creationId xmlns:a16="http://schemas.microsoft.com/office/drawing/2014/main" id="{1431DE68-941F-EEDA-31C8-E8EE99382E6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531618" y="1817827"/>
            <a:ext cx="1868220" cy="1868220"/>
          </a:xfrm>
          <a:prstGeom prst="ellipse">
            <a:avLst/>
          </a:prstGeom>
          <a:solidFill>
            <a:schemeClr val="bg2"/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2B91C5"/>
              </a:buClr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2B91C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AF86C97-C0ED-9149-54B7-B74E2193055C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2873970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pictures - 1 lev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BA34A96-317C-00C8-48C0-FDE2793683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2997" y="4272612"/>
            <a:ext cx="5162095" cy="1714541"/>
          </a:xfrm>
          <a:prstGeom prst="rect">
            <a:avLst/>
          </a:prstGeom>
        </p:spPr>
        <p:txBody>
          <a:bodyPr/>
          <a:lstStyle>
            <a:lvl1pPr marL="225425" indent="-216000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27E8AFB-2EE2-2D0C-2E65-CB8499E193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0575" y="4272612"/>
            <a:ext cx="5186893" cy="1714541"/>
          </a:xfrm>
          <a:prstGeom prst="rect">
            <a:avLst/>
          </a:prstGeom>
        </p:spPr>
        <p:txBody>
          <a:bodyPr/>
          <a:lstStyle>
            <a:lvl1pPr marL="225425" indent="-216000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FF7620A-8922-6E97-E8F2-672627AD2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8AB6643-8114-72F2-C818-216B8745A358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84ACD48-DA3E-BE88-B951-0FCA94F7694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7938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A8EC0DBE-59FC-1484-79E2-B0C545E32F8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6397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9A97EAD8-0B5E-E1FD-07EE-6EB863C9A38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407" y="1772459"/>
            <a:ext cx="5200061" cy="2204526"/>
          </a:xfrm>
          <a:prstGeom prst="roundRect">
            <a:avLst>
              <a:gd name="adj" fmla="val 11383"/>
            </a:avLst>
          </a:prstGeom>
          <a:solidFill>
            <a:srgbClr val="D6E0FF"/>
          </a:solidFill>
          <a:ln w="28575">
            <a:noFill/>
          </a:ln>
        </p:spPr>
        <p:txBody>
          <a:bodyPr lIns="360000" tIns="1260000" rIns="360000" bIns="360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4170C067-96A2-9278-50E6-148B07DBE6D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12997" y="1772459"/>
            <a:ext cx="5176078" cy="2204526"/>
          </a:xfrm>
          <a:prstGeom prst="roundRect">
            <a:avLst>
              <a:gd name="adj" fmla="val 11383"/>
            </a:avLst>
          </a:prstGeom>
          <a:solidFill>
            <a:srgbClr val="D6E0FF"/>
          </a:solidFill>
          <a:ln w="28575">
            <a:noFill/>
          </a:ln>
        </p:spPr>
        <p:txBody>
          <a:bodyPr lIns="360000" tIns="1260000" rIns="360000" bIns="360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31324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pictures - 2 lev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BA34A96-317C-00C8-48C0-FDE2793683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2997" y="4272612"/>
            <a:ext cx="5162095" cy="1714541"/>
          </a:xfrm>
          <a:prstGeom prst="rect">
            <a:avLst/>
          </a:prstGeom>
        </p:spPr>
        <p:txBody>
          <a:bodyPr/>
          <a:lstStyle>
            <a:lvl1pPr marL="225425" indent="-216000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27E8AFB-2EE2-2D0C-2E65-CB8499E193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0575" y="1772459"/>
            <a:ext cx="5186893" cy="1714541"/>
          </a:xfrm>
          <a:prstGeom prst="rect">
            <a:avLst/>
          </a:prstGeom>
        </p:spPr>
        <p:txBody>
          <a:bodyPr/>
          <a:lstStyle>
            <a:lvl1pPr marL="225425" indent="-216000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FF7620A-8922-6E97-E8F2-672627AD2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8AB6643-8114-72F2-C818-216B8745A358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84ACD48-DA3E-BE88-B951-0FCA94F7694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7938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A8EC0DBE-59FC-1484-79E2-B0C545E32F8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63976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BE"/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9A97EAD8-0B5E-E1FD-07EE-6EB863C9A38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407" y="3782627"/>
            <a:ext cx="5200061" cy="2204526"/>
          </a:xfrm>
          <a:prstGeom prst="roundRect">
            <a:avLst>
              <a:gd name="adj" fmla="val 11383"/>
            </a:avLst>
          </a:prstGeom>
          <a:solidFill>
            <a:srgbClr val="D6E0FF"/>
          </a:solidFill>
          <a:ln w="28575">
            <a:noFill/>
          </a:ln>
        </p:spPr>
        <p:txBody>
          <a:bodyPr lIns="360000" tIns="1260000" rIns="360000" bIns="360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4170C067-96A2-9278-50E6-148B07DBE6D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12997" y="1772459"/>
            <a:ext cx="5176078" cy="2204526"/>
          </a:xfrm>
          <a:prstGeom prst="roundRect">
            <a:avLst>
              <a:gd name="adj" fmla="val 11383"/>
            </a:avLst>
          </a:prstGeom>
          <a:solidFill>
            <a:srgbClr val="D6E0FF"/>
          </a:solidFill>
          <a:ln w="28575">
            <a:noFill/>
          </a:ln>
        </p:spPr>
        <p:txBody>
          <a:bodyPr lIns="360000" tIns="1260000" rIns="360000" bIns="360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83340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825FAB2-D10C-6D06-FE11-197B7B180F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7888073" y="4797116"/>
            <a:ext cx="3016988" cy="1249672"/>
          </a:xfrm>
          <a:prstGeom prst="rect">
            <a:avLst/>
          </a:prstGeom>
        </p:spPr>
        <p:txBody>
          <a:bodyPr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2EE2749-4448-E94D-A3B6-E8FD4C9B9E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/>
          </p:nvPr>
        </p:nvSpPr>
        <p:spPr>
          <a:xfrm>
            <a:off x="8028567" y="1848333"/>
            <a:ext cx="2736000" cy="2532654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A0E92DE-31B1-5CBE-D5AC-9699C31B26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4586713" y="4797116"/>
            <a:ext cx="3016988" cy="1249672"/>
          </a:xfrm>
          <a:prstGeom prst="rect">
            <a:avLst/>
          </a:prstGeom>
        </p:spPr>
        <p:txBody>
          <a:bodyPr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020C457-3C2E-CA42-88B4-5E3F06B1AE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/>
          </p:nvPr>
        </p:nvSpPr>
        <p:spPr>
          <a:xfrm>
            <a:off x="4727207" y="1848333"/>
            <a:ext cx="2736000" cy="2532654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71004B11-A169-8942-2A67-F774A4D88F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232097" y="4797116"/>
            <a:ext cx="3016988" cy="1249672"/>
          </a:xfrm>
          <a:prstGeom prst="rect">
            <a:avLst/>
          </a:prstGeom>
        </p:spPr>
        <p:txBody>
          <a:bodyPr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14" name="Picture Placeholder 1">
            <a:extLst>
              <a:ext uri="{FF2B5EF4-FFF2-40B4-BE49-F238E27FC236}">
                <a16:creationId xmlns:a16="http://schemas.microsoft.com/office/drawing/2014/main" id="{BF77687C-AC6F-634F-AC60-81131BCE7F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1372591" y="1848333"/>
            <a:ext cx="2736000" cy="2532654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6C9C267C-EFF4-28A8-E414-2A63AADFEB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793D46A4-9973-F635-573D-81A79BF8C80B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21157757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irc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E3263D3-4AC3-C2FE-B580-0C1067BADF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7888073" y="4797116"/>
            <a:ext cx="3016988" cy="1249672"/>
          </a:xfrm>
          <a:prstGeom prst="rect">
            <a:avLst/>
          </a:prstGeom>
        </p:spPr>
        <p:txBody>
          <a:bodyPr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GB" noProof="1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6345AD70-D200-B51D-70F5-FABD73B096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/>
          </p:nvPr>
        </p:nvSpPr>
        <p:spPr>
          <a:xfrm>
            <a:off x="8136567" y="1985951"/>
            <a:ext cx="2520000" cy="2520000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 noProof="1"/>
              <a:t>Click icon to add picture</a:t>
            </a:r>
            <a:endParaRPr lang="en-GB" sz="1800" noProof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78114-3740-5B7B-95B1-1B463D5083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4586713" y="4797116"/>
            <a:ext cx="3016988" cy="1249672"/>
          </a:xfrm>
          <a:prstGeom prst="rect">
            <a:avLst/>
          </a:prstGeom>
        </p:spPr>
        <p:txBody>
          <a:bodyPr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GB" noProof="1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0663DAB-6777-E1CB-A3B0-ED9397E5E6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5"/>
          </p:nvPr>
        </p:nvSpPr>
        <p:spPr>
          <a:xfrm>
            <a:off x="4836000" y="1985951"/>
            <a:ext cx="2520000" cy="2520000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 noProof="1"/>
              <a:t>Click icon to add picture</a:t>
            </a:r>
            <a:endParaRPr lang="en-GB" sz="1800" noProof="1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867656-444B-8DCE-BC67-1507F5BF3A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232097" y="4797116"/>
            <a:ext cx="3016988" cy="1249672"/>
          </a:xfrm>
          <a:prstGeom prst="rect">
            <a:avLst/>
          </a:prstGeom>
        </p:spPr>
        <p:txBody>
          <a:bodyPr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GB" noProof="1"/>
          </a:p>
        </p:txBody>
      </p:sp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812D730C-1747-09C9-D609-2D91757AA5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/>
          </p:nvPr>
        </p:nvSpPr>
        <p:spPr>
          <a:xfrm>
            <a:off x="1480591" y="1985951"/>
            <a:ext cx="2520000" cy="2520000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 noProof="1"/>
              <a:t>Click icon to add picture</a:t>
            </a:r>
            <a:endParaRPr lang="en-GB" sz="1800" noProof="1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69F7856-BF6C-1B98-5EEC-07015FEC63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1"/>
              <a:t>Click to edit Master title style</a:t>
            </a:r>
            <a:endParaRPr lang="en-GB" noProof="1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5453783-C65B-DB3C-3358-A418EE21CEDD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GB" sz="1050" noProof="1" smtClean="0"/>
              <a:pPr/>
              <a:t>‹#›</a:t>
            </a:fld>
            <a:endParaRPr lang="en-GB" sz="1050" noProof="1"/>
          </a:p>
        </p:txBody>
      </p:sp>
    </p:spTree>
    <p:extLst>
      <p:ext uri="{BB962C8B-B14F-4D97-AF65-F5344CB8AC3E}">
        <p14:creationId xmlns:p14="http://schemas.microsoft.com/office/powerpoint/2010/main" val="1791702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ing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ADE0C2-CAE1-1C73-39CF-CA7C696DE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7888073" y="5033108"/>
            <a:ext cx="3016988" cy="1013680"/>
          </a:xfrm>
          <a:prstGeom prst="rect">
            <a:avLst/>
          </a:prstGeom>
        </p:spPr>
        <p:txBody>
          <a:bodyPr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5AC485BE-1196-5B48-061C-7E02654A9B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6"/>
          </p:nvPr>
        </p:nvSpPr>
        <p:spPr>
          <a:xfrm>
            <a:off x="7940638" y="1872716"/>
            <a:ext cx="2917826" cy="2916238"/>
          </a:xfrm>
          <a:custGeom>
            <a:avLst/>
            <a:gdLst>
              <a:gd name="connsiteX0" fmla="*/ 1458912 w 2917826"/>
              <a:gd name="connsiteY0" fmla="*/ 924910 h 2916238"/>
              <a:gd name="connsiteX1" fmla="*/ 925704 w 2917826"/>
              <a:gd name="connsiteY1" fmla="*/ 1458118 h 2916238"/>
              <a:gd name="connsiteX2" fmla="*/ 1458912 w 2917826"/>
              <a:gd name="connsiteY2" fmla="*/ 1991326 h 2916238"/>
              <a:gd name="connsiteX3" fmla="*/ 1992120 w 2917826"/>
              <a:gd name="connsiteY3" fmla="*/ 1458118 h 2916238"/>
              <a:gd name="connsiteX4" fmla="*/ 1458912 w 2917826"/>
              <a:gd name="connsiteY4" fmla="*/ 924910 h 2916238"/>
              <a:gd name="connsiteX5" fmla="*/ 1458913 w 2917826"/>
              <a:gd name="connsiteY5" fmla="*/ 0 h 2916238"/>
              <a:gd name="connsiteX6" fmla="*/ 2917826 w 2917826"/>
              <a:gd name="connsiteY6" fmla="*/ 1458119 h 2916238"/>
              <a:gd name="connsiteX7" fmla="*/ 1458913 w 2917826"/>
              <a:gd name="connsiteY7" fmla="*/ 2916238 h 2916238"/>
              <a:gd name="connsiteX8" fmla="*/ 0 w 2917826"/>
              <a:gd name="connsiteY8" fmla="*/ 1458119 h 2916238"/>
              <a:gd name="connsiteX9" fmla="*/ 1458913 w 2917826"/>
              <a:gd name="connsiteY9" fmla="*/ 0 h 2916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7826" h="2916238">
                <a:moveTo>
                  <a:pt x="1458912" y="924910"/>
                </a:moveTo>
                <a:cubicBezTo>
                  <a:pt x="1164429" y="924910"/>
                  <a:pt x="925704" y="1163635"/>
                  <a:pt x="925704" y="1458118"/>
                </a:cubicBezTo>
                <a:cubicBezTo>
                  <a:pt x="925704" y="1752601"/>
                  <a:pt x="1164429" y="1991326"/>
                  <a:pt x="1458912" y="1991326"/>
                </a:cubicBezTo>
                <a:cubicBezTo>
                  <a:pt x="1753395" y="1991326"/>
                  <a:pt x="1992120" y="1752601"/>
                  <a:pt x="1992120" y="1458118"/>
                </a:cubicBezTo>
                <a:cubicBezTo>
                  <a:pt x="1992120" y="1163635"/>
                  <a:pt x="1753395" y="924910"/>
                  <a:pt x="1458912" y="924910"/>
                </a:cubicBezTo>
                <a:close/>
                <a:moveTo>
                  <a:pt x="1458913" y="0"/>
                </a:moveTo>
                <a:cubicBezTo>
                  <a:pt x="2264648" y="0"/>
                  <a:pt x="2917826" y="652822"/>
                  <a:pt x="2917826" y="1458119"/>
                </a:cubicBezTo>
                <a:cubicBezTo>
                  <a:pt x="2917826" y="2263416"/>
                  <a:pt x="2264648" y="2916238"/>
                  <a:pt x="1458913" y="2916238"/>
                </a:cubicBezTo>
                <a:cubicBezTo>
                  <a:pt x="653178" y="2916238"/>
                  <a:pt x="0" y="2263416"/>
                  <a:pt x="0" y="1458119"/>
                </a:cubicBezTo>
                <a:cubicBezTo>
                  <a:pt x="0" y="652822"/>
                  <a:pt x="653178" y="0"/>
                  <a:pt x="1458913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9879B-9918-BAAC-9B75-C92A513B47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4586713" y="5033108"/>
            <a:ext cx="3016988" cy="1013680"/>
          </a:xfrm>
          <a:prstGeom prst="rect">
            <a:avLst/>
          </a:prstGeom>
        </p:spPr>
        <p:txBody>
          <a:bodyPr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463B0202-3B3B-F2CB-5045-AC91C6A7BC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5"/>
          </p:nvPr>
        </p:nvSpPr>
        <p:spPr>
          <a:xfrm>
            <a:off x="4630908" y="1872716"/>
            <a:ext cx="2917826" cy="2916238"/>
          </a:xfrm>
          <a:custGeom>
            <a:avLst/>
            <a:gdLst>
              <a:gd name="connsiteX0" fmla="*/ 1458912 w 2917826"/>
              <a:gd name="connsiteY0" fmla="*/ 924910 h 2916238"/>
              <a:gd name="connsiteX1" fmla="*/ 925704 w 2917826"/>
              <a:gd name="connsiteY1" fmla="*/ 1458118 h 2916238"/>
              <a:gd name="connsiteX2" fmla="*/ 1458912 w 2917826"/>
              <a:gd name="connsiteY2" fmla="*/ 1991326 h 2916238"/>
              <a:gd name="connsiteX3" fmla="*/ 1992120 w 2917826"/>
              <a:gd name="connsiteY3" fmla="*/ 1458118 h 2916238"/>
              <a:gd name="connsiteX4" fmla="*/ 1458912 w 2917826"/>
              <a:gd name="connsiteY4" fmla="*/ 924910 h 2916238"/>
              <a:gd name="connsiteX5" fmla="*/ 1458913 w 2917826"/>
              <a:gd name="connsiteY5" fmla="*/ 0 h 2916238"/>
              <a:gd name="connsiteX6" fmla="*/ 2917826 w 2917826"/>
              <a:gd name="connsiteY6" fmla="*/ 1458119 h 2916238"/>
              <a:gd name="connsiteX7" fmla="*/ 1458913 w 2917826"/>
              <a:gd name="connsiteY7" fmla="*/ 2916238 h 2916238"/>
              <a:gd name="connsiteX8" fmla="*/ 0 w 2917826"/>
              <a:gd name="connsiteY8" fmla="*/ 1458119 h 2916238"/>
              <a:gd name="connsiteX9" fmla="*/ 1458913 w 2917826"/>
              <a:gd name="connsiteY9" fmla="*/ 0 h 2916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7826" h="2916238">
                <a:moveTo>
                  <a:pt x="1458912" y="924910"/>
                </a:moveTo>
                <a:cubicBezTo>
                  <a:pt x="1164429" y="924910"/>
                  <a:pt x="925704" y="1163635"/>
                  <a:pt x="925704" y="1458118"/>
                </a:cubicBezTo>
                <a:cubicBezTo>
                  <a:pt x="925704" y="1752601"/>
                  <a:pt x="1164429" y="1991326"/>
                  <a:pt x="1458912" y="1991326"/>
                </a:cubicBezTo>
                <a:cubicBezTo>
                  <a:pt x="1753395" y="1991326"/>
                  <a:pt x="1992120" y="1752601"/>
                  <a:pt x="1992120" y="1458118"/>
                </a:cubicBezTo>
                <a:cubicBezTo>
                  <a:pt x="1992120" y="1163635"/>
                  <a:pt x="1753395" y="924910"/>
                  <a:pt x="1458912" y="924910"/>
                </a:cubicBezTo>
                <a:close/>
                <a:moveTo>
                  <a:pt x="1458913" y="0"/>
                </a:moveTo>
                <a:cubicBezTo>
                  <a:pt x="2264648" y="0"/>
                  <a:pt x="2917826" y="652822"/>
                  <a:pt x="2917826" y="1458119"/>
                </a:cubicBezTo>
                <a:cubicBezTo>
                  <a:pt x="2917826" y="2263416"/>
                  <a:pt x="2264648" y="2916238"/>
                  <a:pt x="1458913" y="2916238"/>
                </a:cubicBezTo>
                <a:cubicBezTo>
                  <a:pt x="653178" y="2916238"/>
                  <a:pt x="0" y="2263416"/>
                  <a:pt x="0" y="1458119"/>
                </a:cubicBezTo>
                <a:cubicBezTo>
                  <a:pt x="0" y="652822"/>
                  <a:pt x="653178" y="0"/>
                  <a:pt x="1458913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81DBF9-0BAD-EC52-3C79-A0A92832B6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1232097" y="5033108"/>
            <a:ext cx="3016988" cy="1013680"/>
          </a:xfrm>
          <a:prstGeom prst="rect">
            <a:avLst/>
          </a:prstGeom>
        </p:spPr>
        <p:txBody>
          <a:bodyPr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17" name="Picture Placeholder 1">
            <a:extLst>
              <a:ext uri="{FF2B5EF4-FFF2-40B4-BE49-F238E27FC236}">
                <a16:creationId xmlns:a16="http://schemas.microsoft.com/office/drawing/2014/main" id="{6581423B-21B8-271E-7CD7-AA232F3FBA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4"/>
          </p:nvPr>
        </p:nvSpPr>
        <p:spPr>
          <a:xfrm>
            <a:off x="1191969" y="1872716"/>
            <a:ext cx="2917826" cy="2916238"/>
          </a:xfrm>
          <a:custGeom>
            <a:avLst/>
            <a:gdLst>
              <a:gd name="connsiteX0" fmla="*/ 1458912 w 2917826"/>
              <a:gd name="connsiteY0" fmla="*/ 924910 h 2916238"/>
              <a:gd name="connsiteX1" fmla="*/ 925704 w 2917826"/>
              <a:gd name="connsiteY1" fmla="*/ 1458118 h 2916238"/>
              <a:gd name="connsiteX2" fmla="*/ 1458912 w 2917826"/>
              <a:gd name="connsiteY2" fmla="*/ 1991326 h 2916238"/>
              <a:gd name="connsiteX3" fmla="*/ 1992120 w 2917826"/>
              <a:gd name="connsiteY3" fmla="*/ 1458118 h 2916238"/>
              <a:gd name="connsiteX4" fmla="*/ 1458912 w 2917826"/>
              <a:gd name="connsiteY4" fmla="*/ 924910 h 2916238"/>
              <a:gd name="connsiteX5" fmla="*/ 1458913 w 2917826"/>
              <a:gd name="connsiteY5" fmla="*/ 0 h 2916238"/>
              <a:gd name="connsiteX6" fmla="*/ 2917826 w 2917826"/>
              <a:gd name="connsiteY6" fmla="*/ 1458119 h 2916238"/>
              <a:gd name="connsiteX7" fmla="*/ 1458913 w 2917826"/>
              <a:gd name="connsiteY7" fmla="*/ 2916238 h 2916238"/>
              <a:gd name="connsiteX8" fmla="*/ 0 w 2917826"/>
              <a:gd name="connsiteY8" fmla="*/ 1458119 h 2916238"/>
              <a:gd name="connsiteX9" fmla="*/ 1458913 w 2917826"/>
              <a:gd name="connsiteY9" fmla="*/ 0 h 2916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7826" h="2916238">
                <a:moveTo>
                  <a:pt x="1458912" y="924910"/>
                </a:moveTo>
                <a:cubicBezTo>
                  <a:pt x="1164429" y="924910"/>
                  <a:pt x="925704" y="1163635"/>
                  <a:pt x="925704" y="1458118"/>
                </a:cubicBezTo>
                <a:cubicBezTo>
                  <a:pt x="925704" y="1752601"/>
                  <a:pt x="1164429" y="1991326"/>
                  <a:pt x="1458912" y="1991326"/>
                </a:cubicBezTo>
                <a:cubicBezTo>
                  <a:pt x="1753395" y="1991326"/>
                  <a:pt x="1992120" y="1752601"/>
                  <a:pt x="1992120" y="1458118"/>
                </a:cubicBezTo>
                <a:cubicBezTo>
                  <a:pt x="1992120" y="1163635"/>
                  <a:pt x="1753395" y="924910"/>
                  <a:pt x="1458912" y="924910"/>
                </a:cubicBezTo>
                <a:close/>
                <a:moveTo>
                  <a:pt x="1458913" y="0"/>
                </a:moveTo>
                <a:cubicBezTo>
                  <a:pt x="2264648" y="0"/>
                  <a:pt x="2917826" y="652822"/>
                  <a:pt x="2917826" y="1458119"/>
                </a:cubicBezTo>
                <a:cubicBezTo>
                  <a:pt x="2917826" y="2263416"/>
                  <a:pt x="2264648" y="2916238"/>
                  <a:pt x="1458913" y="2916238"/>
                </a:cubicBezTo>
                <a:cubicBezTo>
                  <a:pt x="653178" y="2916238"/>
                  <a:pt x="0" y="2263416"/>
                  <a:pt x="0" y="1458119"/>
                </a:cubicBezTo>
                <a:cubicBezTo>
                  <a:pt x="0" y="652822"/>
                  <a:pt x="653178" y="0"/>
                  <a:pt x="1458913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4EEE6C7-7DB4-2A3F-BE85-FCAC167E52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C6063B-91FA-D882-DBBD-A4C1B6C6D3EC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55657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447ED4A-A2BB-989C-70D9-92B5B380A4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9590952" y="4470898"/>
            <a:ext cx="1808886" cy="1448385"/>
          </a:xfrm>
          <a:prstGeom prst="rect">
            <a:avLst/>
          </a:prstGeom>
        </p:spPr>
        <p:txBody>
          <a:bodyPr/>
          <a:lstStyle>
            <a:lvl1pPr marL="9425" indent="0" algn="l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C2B43DA-DC60-3F05-E365-AAEDB6647F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6213000" y="4026521"/>
            <a:ext cx="3202058" cy="2007777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D1E0F50-BCD0-59B8-7C58-050AA48E41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9590952" y="2234594"/>
            <a:ext cx="1808886" cy="1448385"/>
          </a:xfrm>
          <a:prstGeom prst="rect">
            <a:avLst/>
          </a:prstGeom>
        </p:spPr>
        <p:txBody>
          <a:bodyPr/>
          <a:lstStyle>
            <a:lvl1pPr marL="9425" indent="0" algn="l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857B101-D607-2257-C586-C89E07249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6212996" y="1802836"/>
            <a:ext cx="3202060" cy="2008800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8D48B1D-7593-F5E8-6A08-E01EE51AF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790575" y="4470898"/>
            <a:ext cx="1808937" cy="1448385"/>
          </a:xfrm>
          <a:prstGeom prst="rect">
            <a:avLst/>
          </a:prstGeom>
        </p:spPr>
        <p:txBody>
          <a:bodyPr/>
          <a:lstStyle>
            <a:lvl1pPr marL="9425" indent="0" algn="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5F4488-3E52-7CBE-6634-905D25C4D6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2775410" y="4026521"/>
            <a:ext cx="3202058" cy="2007777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44F99697-BF96-9427-DC6D-2B4D7E8EC7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790575" y="2234594"/>
            <a:ext cx="1808937" cy="1448385"/>
          </a:xfrm>
          <a:prstGeom prst="rect">
            <a:avLst/>
          </a:prstGeom>
        </p:spPr>
        <p:txBody>
          <a:bodyPr/>
          <a:lstStyle>
            <a:lvl1pPr marL="9425" indent="0" algn="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AE53993-AA56-3F32-577F-460A25AF6B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2775409" y="1802836"/>
            <a:ext cx="3202059" cy="2007778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BE2D894-6305-2443-0E9B-4158CE84F9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6B07B7-7B71-C251-EF76-C01D63072BF7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3628366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, circ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486E0D4-7E98-4364-DCDB-805876EC1F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9590952" y="4470898"/>
            <a:ext cx="1808886" cy="1448385"/>
          </a:xfrm>
          <a:prstGeom prst="rect">
            <a:avLst/>
          </a:prstGeom>
        </p:spPr>
        <p:txBody>
          <a:bodyPr/>
          <a:lstStyle>
            <a:lvl1pPr marL="9425" indent="0" algn="l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C2B43DA-DC60-3F05-E365-AAEDB6647F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6213000" y="4026521"/>
            <a:ext cx="3202058" cy="2007777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D659FC6B-87D1-5774-9B87-090956C8C5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/>
          </p:nvPr>
        </p:nvSpPr>
        <p:spPr>
          <a:xfrm>
            <a:off x="9590952" y="2234594"/>
            <a:ext cx="1808886" cy="1448385"/>
          </a:xfrm>
          <a:prstGeom prst="rect">
            <a:avLst/>
          </a:prstGeom>
        </p:spPr>
        <p:txBody>
          <a:bodyPr/>
          <a:lstStyle>
            <a:lvl1pPr marL="9425" indent="0" algn="l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857B101-D607-2257-C586-C89E07249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6212996" y="1802836"/>
            <a:ext cx="3202060" cy="2008800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FA31A8E-B52B-13ED-BBA3-B41682ECA6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/>
          </p:nvPr>
        </p:nvSpPr>
        <p:spPr>
          <a:xfrm>
            <a:off x="790575" y="4470898"/>
            <a:ext cx="1808937" cy="1448385"/>
          </a:xfrm>
          <a:prstGeom prst="rect">
            <a:avLst/>
          </a:prstGeom>
        </p:spPr>
        <p:txBody>
          <a:bodyPr/>
          <a:lstStyle>
            <a:lvl1pPr marL="9425" indent="0" algn="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5F4488-3E52-7CBE-6634-905D25C4D6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2775410" y="4026521"/>
            <a:ext cx="3202058" cy="2007777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C5AE8296-3D46-E5B2-90EC-D71A52170D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/>
          </p:nvPr>
        </p:nvSpPr>
        <p:spPr>
          <a:xfrm>
            <a:off x="790575" y="2234594"/>
            <a:ext cx="1808937" cy="1448385"/>
          </a:xfrm>
          <a:prstGeom prst="rect">
            <a:avLst/>
          </a:prstGeom>
        </p:spPr>
        <p:txBody>
          <a:bodyPr/>
          <a:lstStyle>
            <a:lvl1pPr marL="9425" indent="0" algn="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AE53993-AA56-3F32-577F-460A25AF6B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2775409" y="1802836"/>
            <a:ext cx="3202059" cy="2007778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10" name="Text Placeholder circle">
            <a:extLst>
              <a:ext uri="{FF2B5EF4-FFF2-40B4-BE49-F238E27FC236}">
                <a16:creationId xmlns:a16="http://schemas.microsoft.com/office/drawing/2014/main" id="{55A8AC3E-ED12-82DB-963F-BD2F7FE708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/>
          </p:nvPr>
        </p:nvSpPr>
        <p:spPr>
          <a:xfrm>
            <a:off x="4877728" y="2675091"/>
            <a:ext cx="2520000" cy="2520000"/>
          </a:xfrm>
          <a:prstGeom prst="ellipse">
            <a:avLst/>
          </a:prstGeom>
          <a:solidFill>
            <a:schemeClr val="bg1"/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2B91C5"/>
              </a:buClr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2B91C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6A2DE0CF-53AF-7B0B-F708-62183C4A04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C030558-FB0F-6926-53C1-86267E8113E5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8063864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irc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3F1862DA-5AF0-C82E-AE39-659BAFF76D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/>
          </p:nvPr>
        </p:nvSpPr>
        <p:spPr>
          <a:xfrm>
            <a:off x="8674187" y="4504961"/>
            <a:ext cx="2706470" cy="1197012"/>
          </a:xfrm>
          <a:prstGeom prst="rect">
            <a:avLst/>
          </a:prstGeom>
        </p:spPr>
        <p:txBody>
          <a:bodyPr/>
          <a:lstStyle>
            <a:lvl1pPr marL="9425" indent="0" algn="l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1F268277-9F3E-948B-E041-10F52143DC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6277250" y="4070689"/>
            <a:ext cx="2065556" cy="2065556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  <a:ln>
            <a:noFill/>
          </a:ln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62605D5-D15C-6EFD-BD6E-2CB29D5F5A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8674187" y="2194248"/>
            <a:ext cx="2706470" cy="1197012"/>
          </a:xfrm>
          <a:prstGeom prst="rect">
            <a:avLst/>
          </a:prstGeom>
        </p:spPr>
        <p:txBody>
          <a:bodyPr/>
          <a:lstStyle>
            <a:lvl1pPr marL="9425" indent="0" algn="l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90CE9F2-8960-C266-3776-8FEE74278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6270539" y="1753303"/>
            <a:ext cx="2065556" cy="2065556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1056C46-17AC-DF86-EA0C-94B68D9E5D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790576" y="4504961"/>
            <a:ext cx="2706470" cy="1197012"/>
          </a:xfrm>
          <a:prstGeom prst="rect">
            <a:avLst/>
          </a:prstGeom>
        </p:spPr>
        <p:txBody>
          <a:bodyPr/>
          <a:lstStyle>
            <a:lvl1pPr marL="9425" indent="0" algn="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4FFF937-EA2A-E65F-1F04-F8423509A5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3854370" y="4070689"/>
            <a:ext cx="2065556" cy="2065556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  <a:ln>
            <a:noFill/>
          </a:ln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D0A2921B-BBAA-F008-752F-9F14DF8C75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790576" y="2194248"/>
            <a:ext cx="2706470" cy="1197012"/>
          </a:xfrm>
          <a:prstGeom prst="rect">
            <a:avLst/>
          </a:prstGeom>
        </p:spPr>
        <p:txBody>
          <a:bodyPr/>
          <a:lstStyle>
            <a:lvl1pPr marL="9425" indent="0" algn="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40868CBF-E3B8-8442-4CFE-C54E26024E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3854371" y="1753303"/>
            <a:ext cx="2065556" cy="2065556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33B980E-7E1D-4A47-2295-BBE00666F4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F362F445-6051-9908-6B6B-059200DED082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41796727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irc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99795D-F125-DE42-4FA9-30C157D6C6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/>
          </p:nvPr>
        </p:nvSpPr>
        <p:spPr>
          <a:xfrm>
            <a:off x="9285220" y="4456481"/>
            <a:ext cx="1558098" cy="1108854"/>
          </a:xfrm>
          <a:prstGeom prst="rect">
            <a:avLst/>
          </a:prstGeom>
        </p:spPr>
        <p:txBody>
          <a:bodyPr/>
          <a:lstStyle>
            <a:lvl1pPr marL="9425" indent="0" algn="ct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2EC4A908-6AA7-6EF5-3F8C-3E2123B02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6"/>
          </p:nvPr>
        </p:nvSpPr>
        <p:spPr>
          <a:xfrm>
            <a:off x="9179528" y="2224487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D4838CCE-87D7-E2E4-52A4-ABB0A889E5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3"/>
          </p:nvPr>
        </p:nvSpPr>
        <p:spPr>
          <a:xfrm>
            <a:off x="7303789" y="2547486"/>
            <a:ext cx="1558098" cy="1120965"/>
          </a:xfrm>
          <a:prstGeom prst="rect">
            <a:avLst/>
          </a:prstGeom>
        </p:spPr>
        <p:txBody>
          <a:bodyPr anchor="b" anchorCtr="0"/>
          <a:lstStyle>
            <a:lvl1pPr marL="9425" indent="0" algn="ct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1BEF6E2A-104A-E781-0ABB-DED36AE03A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8"/>
          </p:nvPr>
        </p:nvSpPr>
        <p:spPr>
          <a:xfrm>
            <a:off x="7199357" y="4127427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9312B99-D282-3ECB-A854-597C198BA4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/>
          </p:nvPr>
        </p:nvSpPr>
        <p:spPr>
          <a:xfrm>
            <a:off x="5310278" y="4456481"/>
            <a:ext cx="1558098" cy="1108854"/>
          </a:xfrm>
          <a:prstGeom prst="rect">
            <a:avLst/>
          </a:prstGeom>
        </p:spPr>
        <p:txBody>
          <a:bodyPr/>
          <a:lstStyle>
            <a:lvl1pPr marL="9425" indent="0" algn="ct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7367E657-41BA-424C-58A6-2D16DC04A1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5"/>
          </p:nvPr>
        </p:nvSpPr>
        <p:spPr>
          <a:xfrm>
            <a:off x="5219187" y="2224487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BBE5318-675A-6664-E231-A89054B58D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/>
          </p:nvPr>
        </p:nvSpPr>
        <p:spPr>
          <a:xfrm>
            <a:off x="3343448" y="2547486"/>
            <a:ext cx="1558098" cy="1120965"/>
          </a:xfrm>
          <a:prstGeom prst="rect">
            <a:avLst/>
          </a:prstGeom>
        </p:spPr>
        <p:txBody>
          <a:bodyPr anchor="b" anchorCtr="0"/>
          <a:lstStyle>
            <a:lvl1pPr marL="9425" indent="0" algn="ct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C67A05AD-8EBF-6C2A-8CA4-C65DE3AB6A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7"/>
          </p:nvPr>
        </p:nvSpPr>
        <p:spPr>
          <a:xfrm>
            <a:off x="3239017" y="4127427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56B8A8-5CBC-9350-FFDF-F4EA48BE40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/>
          </p:nvPr>
        </p:nvSpPr>
        <p:spPr>
          <a:xfrm>
            <a:off x="1348681" y="4456481"/>
            <a:ext cx="1558098" cy="1108854"/>
          </a:xfrm>
          <a:prstGeom prst="rect">
            <a:avLst/>
          </a:prstGeom>
        </p:spPr>
        <p:txBody>
          <a:bodyPr/>
          <a:lstStyle>
            <a:lvl1pPr marL="9425" indent="0" algn="ct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l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l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1">
            <a:extLst>
              <a:ext uri="{FF2B5EF4-FFF2-40B4-BE49-F238E27FC236}">
                <a16:creationId xmlns:a16="http://schemas.microsoft.com/office/drawing/2014/main" id="{EE475443-D40F-BA1A-D414-5897F965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4"/>
          </p:nvPr>
        </p:nvSpPr>
        <p:spPr>
          <a:xfrm>
            <a:off x="1258847" y="2224487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D2DF1DDC-0402-55BC-A9AD-DCF1C83C30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EE5D71F4-B27D-B648-38A3-643A127C5777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22454603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irc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813D306-D678-F601-3082-D18615D57F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/>
          </p:nvPr>
        </p:nvSpPr>
        <p:spPr>
          <a:xfrm>
            <a:off x="9686735" y="4564046"/>
            <a:ext cx="1589485" cy="1360665"/>
          </a:xfrm>
          <a:prstGeom prst="rect">
            <a:avLst/>
          </a:prstGeom>
        </p:spPr>
        <p:txBody>
          <a:bodyPr/>
          <a:lstStyle>
            <a:lvl1pPr marL="9425" indent="0" algn="ct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752944DE-4A22-4E1B-8D95-500094EA00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8"/>
          </p:nvPr>
        </p:nvSpPr>
        <p:spPr>
          <a:xfrm>
            <a:off x="9537661" y="2318376"/>
            <a:ext cx="1877778" cy="1877778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6D0781D-8884-4989-E707-645C9D2F1E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/>
          </p:nvPr>
        </p:nvSpPr>
        <p:spPr>
          <a:xfrm>
            <a:off x="7939488" y="4549488"/>
            <a:ext cx="1589485" cy="1360665"/>
          </a:xfrm>
          <a:prstGeom prst="rect">
            <a:avLst/>
          </a:prstGeom>
        </p:spPr>
        <p:txBody>
          <a:bodyPr/>
          <a:lstStyle>
            <a:lvl1pPr marL="9425" indent="0" algn="ct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1F18D641-7E0D-7828-FE13-4B8D189B88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7"/>
          </p:nvPr>
        </p:nvSpPr>
        <p:spPr>
          <a:xfrm>
            <a:off x="7788244" y="2318376"/>
            <a:ext cx="1877778" cy="1877778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61A54BA-26D1-D4FB-C6EC-0A1E584A39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/>
          </p:nvPr>
        </p:nvSpPr>
        <p:spPr>
          <a:xfrm>
            <a:off x="6192243" y="4549488"/>
            <a:ext cx="1589485" cy="1360665"/>
          </a:xfrm>
          <a:prstGeom prst="rect">
            <a:avLst/>
          </a:prstGeom>
        </p:spPr>
        <p:txBody>
          <a:bodyPr/>
          <a:lstStyle>
            <a:lvl1pPr marL="9425" indent="0" algn="ct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FC5CCB63-D943-8F2D-5F92-7CD281A2D2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/>
          </p:nvPr>
        </p:nvSpPr>
        <p:spPr>
          <a:xfrm>
            <a:off x="6038827" y="2318376"/>
            <a:ext cx="1877778" cy="1877778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DE28EF6-61AC-D5F0-55FA-E930C35AE5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/>
          </p:nvPr>
        </p:nvSpPr>
        <p:spPr>
          <a:xfrm>
            <a:off x="4444998" y="4549488"/>
            <a:ext cx="1589485" cy="1360665"/>
          </a:xfrm>
          <a:prstGeom prst="rect">
            <a:avLst/>
          </a:prstGeom>
        </p:spPr>
        <p:txBody>
          <a:bodyPr/>
          <a:lstStyle>
            <a:lvl1pPr marL="9425" indent="0" algn="ct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0237F1D1-C412-2166-7A8B-F6B3B0383E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5"/>
          </p:nvPr>
        </p:nvSpPr>
        <p:spPr>
          <a:xfrm>
            <a:off x="4289410" y="2318376"/>
            <a:ext cx="1877778" cy="1877778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D3D9197-6DDA-F7EC-814F-35598A03CB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6"/>
          </p:nvPr>
        </p:nvSpPr>
        <p:spPr>
          <a:xfrm>
            <a:off x="2697753" y="4549488"/>
            <a:ext cx="1589485" cy="1360665"/>
          </a:xfrm>
          <a:prstGeom prst="rect">
            <a:avLst/>
          </a:prstGeom>
        </p:spPr>
        <p:txBody>
          <a:bodyPr/>
          <a:lstStyle>
            <a:lvl1pPr marL="9425" indent="0" algn="ct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349C422D-57BE-2C0E-C883-FFEA802AA6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/>
          </p:nvPr>
        </p:nvSpPr>
        <p:spPr>
          <a:xfrm>
            <a:off x="2539993" y="2318376"/>
            <a:ext cx="1877778" cy="1877778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6BC64151-F3F5-CEEC-6E61-C0D124D6AE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950508" y="4549488"/>
            <a:ext cx="1589485" cy="1360665"/>
          </a:xfrm>
          <a:prstGeom prst="rect">
            <a:avLst/>
          </a:prstGeom>
        </p:spPr>
        <p:txBody>
          <a:bodyPr/>
          <a:lstStyle>
            <a:lvl1pPr marL="9425" indent="0" algn="ct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1">
            <a:extLst>
              <a:ext uri="{FF2B5EF4-FFF2-40B4-BE49-F238E27FC236}">
                <a16:creationId xmlns:a16="http://schemas.microsoft.com/office/drawing/2014/main" id="{FD2B75CA-4BDF-14CB-BA7F-6E6541C9C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/>
          </p:nvPr>
        </p:nvSpPr>
        <p:spPr>
          <a:xfrm>
            <a:off x="790576" y="2318376"/>
            <a:ext cx="1877778" cy="1877778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20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45EBBC4-7324-E0A4-7B1E-76B995F4C4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A3FE1678-6BBF-A285-8ACD-02F5267E890A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40050369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ircle image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980338D-1E37-2BB2-AB6D-1A0C06A507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4"/>
          </p:nvPr>
        </p:nvSpPr>
        <p:spPr>
          <a:xfrm>
            <a:off x="7423583" y="4279826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92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582AB74E-A1FA-768E-B3C6-7D9CF86644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7"/>
          </p:nvPr>
        </p:nvSpPr>
        <p:spPr>
          <a:xfrm>
            <a:off x="9190544" y="3039232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92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CD33947-428F-F3BC-84EF-0CDD4882BE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/>
          </p:nvPr>
        </p:nvSpPr>
        <p:spPr>
          <a:xfrm>
            <a:off x="7424555" y="1819962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92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5" name="Circle">
            <a:extLst>
              <a:ext uri="{FF2B5EF4-FFF2-40B4-BE49-F238E27FC236}">
                <a16:creationId xmlns:a16="http://schemas.microsoft.com/office/drawing/2014/main" id="{30111986-B22C-41D1-C71A-E467C6A577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5"/>
          </p:nvPr>
        </p:nvSpPr>
        <p:spPr>
          <a:xfrm>
            <a:off x="4803155" y="2631811"/>
            <a:ext cx="2581200" cy="2581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9425" indent="0" algn="ctr">
              <a:spcAft>
                <a:spcPts val="200"/>
              </a:spcAft>
              <a:buClr>
                <a:schemeClr val="tx2"/>
              </a:buClr>
              <a:buNone/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C4855FD-FCBC-E295-BE64-49A00CF121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9"/>
          </p:nvPr>
        </p:nvSpPr>
        <p:spPr>
          <a:xfrm>
            <a:off x="3024187" y="4279826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92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56377B9-AA2B-1FAC-738F-58AEA61F1F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0"/>
          </p:nvPr>
        </p:nvSpPr>
        <p:spPr>
          <a:xfrm>
            <a:off x="1238399" y="3039232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92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18F04D23-7466-3204-D663-73DCF67EA3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8"/>
          </p:nvPr>
        </p:nvSpPr>
        <p:spPr>
          <a:xfrm>
            <a:off x="3025159" y="1819962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92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D2DF1DDC-0402-55BC-A9AD-DCF1C83C30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B3DAD12-387C-F8E9-4B51-0F90D6A8F034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35127355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irc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0980338D-1E37-2BB2-AB6D-1A0C06A507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4"/>
          </p:nvPr>
        </p:nvSpPr>
        <p:spPr>
          <a:xfrm>
            <a:off x="7423583" y="4279826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92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582AB74E-A1FA-768E-B3C6-7D9CF86644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7"/>
          </p:nvPr>
        </p:nvSpPr>
        <p:spPr>
          <a:xfrm>
            <a:off x="9190544" y="3039232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92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2CD33947-428F-F3BC-84EF-0CDD4882BE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/>
          </p:nvPr>
        </p:nvSpPr>
        <p:spPr>
          <a:xfrm>
            <a:off x="7424555" y="1819962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92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3D5C0CD4-E911-C6C7-88BD-62C712B011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2"/>
          </p:nvPr>
        </p:nvSpPr>
        <p:spPr>
          <a:xfrm>
            <a:off x="4803217" y="2627624"/>
            <a:ext cx="2596664" cy="2596664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92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C4855FD-FCBC-E295-BE64-49A00CF121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9"/>
          </p:nvPr>
        </p:nvSpPr>
        <p:spPr>
          <a:xfrm>
            <a:off x="3024187" y="4279826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92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56377B9-AA2B-1FAC-738F-58AEA61F1F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0"/>
          </p:nvPr>
        </p:nvSpPr>
        <p:spPr>
          <a:xfrm>
            <a:off x="1238399" y="3039232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92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18F04D23-7466-3204-D663-73DCF67EA3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8"/>
          </p:nvPr>
        </p:nvSpPr>
        <p:spPr>
          <a:xfrm>
            <a:off x="3025159" y="1819962"/>
            <a:ext cx="1766962" cy="1766962"/>
          </a:xfrm>
          <a:custGeom>
            <a:avLst/>
            <a:gdLst>
              <a:gd name="connsiteX0" fmla="*/ 1032778 w 2065556"/>
              <a:gd name="connsiteY0" fmla="*/ 0 h 2065556"/>
              <a:gd name="connsiteX1" fmla="*/ 2065556 w 2065556"/>
              <a:gd name="connsiteY1" fmla="*/ 1032778 h 2065556"/>
              <a:gd name="connsiteX2" fmla="*/ 1032778 w 2065556"/>
              <a:gd name="connsiteY2" fmla="*/ 2065556 h 2065556"/>
              <a:gd name="connsiteX3" fmla="*/ 0 w 2065556"/>
              <a:gd name="connsiteY3" fmla="*/ 1032778 h 2065556"/>
              <a:gd name="connsiteX4" fmla="*/ 1032778 w 2065556"/>
              <a:gd name="connsiteY4" fmla="*/ 0 h 206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556" h="2065556">
                <a:moveTo>
                  <a:pt x="1032778" y="0"/>
                </a:moveTo>
                <a:cubicBezTo>
                  <a:pt x="1603166" y="0"/>
                  <a:pt x="2065556" y="462390"/>
                  <a:pt x="2065556" y="1032778"/>
                </a:cubicBezTo>
                <a:cubicBezTo>
                  <a:pt x="2065556" y="1603166"/>
                  <a:pt x="1603166" y="2065556"/>
                  <a:pt x="1032778" y="2065556"/>
                </a:cubicBezTo>
                <a:cubicBezTo>
                  <a:pt x="462390" y="2065556"/>
                  <a:pt x="0" y="1603166"/>
                  <a:pt x="0" y="1032778"/>
                </a:cubicBezTo>
                <a:cubicBezTo>
                  <a:pt x="0" y="462390"/>
                  <a:pt x="462390" y="0"/>
                  <a:pt x="1032778" y="0"/>
                </a:cubicBezTo>
                <a:close/>
              </a:path>
            </a:pathLst>
          </a:custGeom>
          <a:solidFill>
            <a:srgbClr val="D6E0FF"/>
          </a:solidFill>
        </p:spPr>
        <p:txBody>
          <a:bodyPr wrap="square" tIns="792000" bIns="0" anchor="ctr" anchorCtr="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sz="1800"/>
              <a:t>Click icon to add picture</a:t>
            </a:r>
            <a:endParaRPr lang="en-BE" sz="180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D2DF1DDC-0402-55BC-A9AD-DCF1C83C30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9907D88-6902-7261-E878-3000927BD7A4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31902503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icture Placeholder 8">
            <a:extLst>
              <a:ext uri="{FF2B5EF4-FFF2-40B4-BE49-F238E27FC236}">
                <a16:creationId xmlns:a16="http://schemas.microsoft.com/office/drawing/2014/main" id="{FB60CE53-9624-F058-2873-25F09A81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1"/>
          </p:nvPr>
        </p:nvSpPr>
        <p:spPr>
          <a:xfrm>
            <a:off x="7979324" y="4016870"/>
            <a:ext cx="3420513" cy="2016000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07" name="Picture Placeholder 7">
            <a:extLst>
              <a:ext uri="{FF2B5EF4-FFF2-40B4-BE49-F238E27FC236}">
                <a16:creationId xmlns:a16="http://schemas.microsoft.com/office/drawing/2014/main" id="{E81757EF-A637-1B88-7CB2-5637FD2D5E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0"/>
          </p:nvPr>
        </p:nvSpPr>
        <p:spPr>
          <a:xfrm>
            <a:off x="6185535" y="5114150"/>
            <a:ext cx="1616897" cy="913746"/>
          </a:xfrm>
          <a:prstGeom prst="roundRect">
            <a:avLst/>
          </a:prstGeom>
          <a:solidFill>
            <a:srgbClr val="D6E0FF"/>
          </a:solidFill>
        </p:spPr>
        <p:txBody>
          <a:bodyPr tIns="576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06" name="Picture Placeholder 6">
            <a:extLst>
              <a:ext uri="{FF2B5EF4-FFF2-40B4-BE49-F238E27FC236}">
                <a16:creationId xmlns:a16="http://schemas.microsoft.com/office/drawing/2014/main" id="{B848D501-1E0B-FDEE-0B28-2F843AEE86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9"/>
          </p:nvPr>
        </p:nvSpPr>
        <p:spPr>
          <a:xfrm>
            <a:off x="6185535" y="4016870"/>
            <a:ext cx="1616897" cy="913746"/>
          </a:xfrm>
          <a:prstGeom prst="roundRect">
            <a:avLst/>
          </a:prstGeom>
          <a:solidFill>
            <a:srgbClr val="D6E0FF"/>
          </a:solidFill>
        </p:spPr>
        <p:txBody>
          <a:bodyPr tIns="576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05" name="Picture Placeholder 5">
            <a:extLst>
              <a:ext uri="{FF2B5EF4-FFF2-40B4-BE49-F238E27FC236}">
                <a16:creationId xmlns:a16="http://schemas.microsoft.com/office/drawing/2014/main" id="{8E2B3FB2-8D21-A10B-3100-3C086D0D1C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8"/>
          </p:nvPr>
        </p:nvSpPr>
        <p:spPr>
          <a:xfrm>
            <a:off x="4387215" y="5114150"/>
            <a:ext cx="1616897" cy="913746"/>
          </a:xfrm>
          <a:prstGeom prst="roundRect">
            <a:avLst/>
          </a:prstGeom>
          <a:solidFill>
            <a:srgbClr val="D6E0FF"/>
          </a:solidFill>
        </p:spPr>
        <p:txBody>
          <a:bodyPr tIns="576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04" name="Picture Placeholder 4">
            <a:extLst>
              <a:ext uri="{FF2B5EF4-FFF2-40B4-BE49-F238E27FC236}">
                <a16:creationId xmlns:a16="http://schemas.microsoft.com/office/drawing/2014/main" id="{028A7DF6-5937-F8FC-DC27-52E2E059C7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7"/>
          </p:nvPr>
        </p:nvSpPr>
        <p:spPr>
          <a:xfrm>
            <a:off x="4387215" y="4016870"/>
            <a:ext cx="1616897" cy="913746"/>
          </a:xfrm>
          <a:prstGeom prst="roundRect">
            <a:avLst/>
          </a:prstGeom>
          <a:solidFill>
            <a:srgbClr val="D6E0FF"/>
          </a:solidFill>
        </p:spPr>
        <p:txBody>
          <a:bodyPr tIns="576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144" name="Picture Placeholder 3">
            <a:extLst>
              <a:ext uri="{FF2B5EF4-FFF2-40B4-BE49-F238E27FC236}">
                <a16:creationId xmlns:a16="http://schemas.microsoft.com/office/drawing/2014/main" id="{7551FFA7-FC96-0C4E-7BAF-0AA9D2A550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6"/>
          </p:nvPr>
        </p:nvSpPr>
        <p:spPr>
          <a:xfrm>
            <a:off x="790575" y="4016870"/>
            <a:ext cx="3420513" cy="2016000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>
              <a:defRPr lang="en-BE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BE"/>
          </a:p>
        </p:txBody>
      </p:sp>
      <p:sp>
        <p:nvSpPr>
          <p:cNvPr id="142" name="Picture Placeholder 2">
            <a:extLst>
              <a:ext uri="{FF2B5EF4-FFF2-40B4-BE49-F238E27FC236}">
                <a16:creationId xmlns:a16="http://schemas.microsoft.com/office/drawing/2014/main" id="{901A4E63-35E0-4E22-7F0F-22B61061D5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/>
          </p:nvPr>
        </p:nvSpPr>
        <p:spPr>
          <a:xfrm>
            <a:off x="4392410" y="1822310"/>
            <a:ext cx="7007427" cy="2015999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>
              <a:defRPr lang="en-BE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BE"/>
          </a:p>
        </p:txBody>
      </p:sp>
      <p:sp>
        <p:nvSpPr>
          <p:cNvPr id="143" name="Picture Placeholder 1">
            <a:extLst>
              <a:ext uri="{FF2B5EF4-FFF2-40B4-BE49-F238E27FC236}">
                <a16:creationId xmlns:a16="http://schemas.microsoft.com/office/drawing/2014/main" id="{1672F6F7-B5C6-A5AC-1A63-FE1D6D652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/>
          </p:nvPr>
        </p:nvSpPr>
        <p:spPr>
          <a:xfrm>
            <a:off x="790575" y="1822310"/>
            <a:ext cx="3420513" cy="2016000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>
              <a:defRPr lang="en-BE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BE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34CDD21-B44A-79F5-89A6-085C800363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1A508F8-CD2E-4C61-CFCC-BEE1CD04986E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2474609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to m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B986473-9296-C548-A3D6-DAB8AE4D1BE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968570" y="4016586"/>
            <a:ext cx="3430605" cy="203020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51A8639A-3B9F-5EC6-4C8C-FFAD60243C6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380698" y="4016586"/>
            <a:ext cx="3430605" cy="203020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CA769A42-B0B0-CFD4-5032-90AE3663AF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00667" y="4030788"/>
            <a:ext cx="3420513" cy="2016000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5EADED87-D09E-B437-2EFF-E27E952293B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377623" y="1812882"/>
            <a:ext cx="7021552" cy="2016000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12CF8E89-1F21-F6E0-C134-CF1F700BDD4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00667" y="1812882"/>
            <a:ext cx="3430605" cy="2016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B991D6BE-CBB6-D9DE-F8EA-8F201C76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C1B9AF2D-1A0A-F5D5-2AD3-12146A3D5798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1650838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to m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13BC340A-F58E-4116-6CE2-C20DEA6379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1"/>
          </p:nvPr>
        </p:nvSpPr>
        <p:spPr>
          <a:xfrm>
            <a:off x="4377623" y="4030788"/>
            <a:ext cx="7021552" cy="2016000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91E5177-7E3E-0CA7-3764-BFD362BB50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4"/>
          </p:nvPr>
        </p:nvSpPr>
        <p:spPr>
          <a:xfrm>
            <a:off x="800667" y="4030788"/>
            <a:ext cx="3430605" cy="2016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D849283-C19A-8178-0641-051FCC2124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3"/>
          </p:nvPr>
        </p:nvSpPr>
        <p:spPr>
          <a:xfrm>
            <a:off x="7968570" y="1818928"/>
            <a:ext cx="3430605" cy="203020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8EF6AD2-832B-3CFA-47AE-7819BB8C0C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/>
          </p:nvPr>
        </p:nvSpPr>
        <p:spPr>
          <a:xfrm>
            <a:off x="4380698" y="1818928"/>
            <a:ext cx="3430605" cy="203020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17" name="Picture Placeholder 1">
            <a:extLst>
              <a:ext uri="{FF2B5EF4-FFF2-40B4-BE49-F238E27FC236}">
                <a16:creationId xmlns:a16="http://schemas.microsoft.com/office/drawing/2014/main" id="{3E585325-7B22-0598-C4E6-2E6C4EE39F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/>
          </p:nvPr>
        </p:nvSpPr>
        <p:spPr>
          <a:xfrm>
            <a:off x="800667" y="1833130"/>
            <a:ext cx="3420513" cy="2016000"/>
          </a:xfrm>
          <a:prstGeom prst="roundRect">
            <a:avLst/>
          </a:prstGeom>
          <a:solidFill>
            <a:srgbClr val="D6E0FF"/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B991D6BE-CBB6-D9DE-F8EA-8F201C763E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52E62C0-1C25-FE7B-2816-06D04DEEC42A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4270785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t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C50206F-1D7C-2FB1-A0D3-5DA2924E30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6"/>
          </p:nvPr>
        </p:nvSpPr>
        <p:spPr>
          <a:xfrm>
            <a:off x="7956532" y="4030788"/>
            <a:ext cx="3430605" cy="2016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95F5A97-589A-1BA8-A55C-E5B6997993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5"/>
          </p:nvPr>
        </p:nvSpPr>
        <p:spPr>
          <a:xfrm>
            <a:off x="4376777" y="4030788"/>
            <a:ext cx="3430605" cy="2016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0D9E2B3-A6C0-6479-3793-AD1614E09B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4"/>
          </p:nvPr>
        </p:nvSpPr>
        <p:spPr>
          <a:xfrm>
            <a:off x="797022" y="4030788"/>
            <a:ext cx="3430605" cy="2016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2AC9806-4F38-D448-3B25-40EB532765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8"/>
          </p:nvPr>
        </p:nvSpPr>
        <p:spPr>
          <a:xfrm>
            <a:off x="6181822" y="1820988"/>
            <a:ext cx="5197984" cy="2016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BECECE09-1D5A-F633-ECF5-08C4B8BDE9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7"/>
          </p:nvPr>
        </p:nvSpPr>
        <p:spPr>
          <a:xfrm>
            <a:off x="797022" y="1820988"/>
            <a:ext cx="5197984" cy="2016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8F6820F-64CB-AE71-E9F8-40898D8BF4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2D1588CB-C99E-7CA1-D7CC-3F0822458D5F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3773248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t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x background">
            <a:extLst>
              <a:ext uri="{FF2B5EF4-FFF2-40B4-BE49-F238E27FC236}">
                <a16:creationId xmlns:a16="http://schemas.microsoft.com/office/drawing/2014/main" id="{EF318BA3-19A6-FC19-BF4F-AFF5E62EAF8B}"/>
              </a:ext>
            </a:extLst>
          </p:cNvPr>
          <p:cNvSpPr/>
          <p:nvPr userDrawn="1"/>
        </p:nvSpPr>
        <p:spPr>
          <a:xfrm>
            <a:off x="4712491" y="2085293"/>
            <a:ext cx="4208188" cy="2174882"/>
          </a:xfrm>
          <a:prstGeom prst="roundRect">
            <a:avLst>
              <a:gd name="adj" fmla="val 876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b"/>
          <a:lstStyle/>
          <a:p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4C21DFD8-0832-38AF-2CA8-ABF8057A8A6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30263" y="2103186"/>
            <a:ext cx="3484890" cy="2156988"/>
          </a:xfrm>
          <a:prstGeom prst="roundRect">
            <a:avLst>
              <a:gd name="adj" fmla="val 5491"/>
            </a:avLst>
          </a:prstGeom>
          <a:solidFill>
            <a:schemeClr val="bg1">
              <a:lumMod val="95000"/>
            </a:schemeClr>
          </a:solidFill>
        </p:spPr>
        <p:txBody>
          <a:bodyPr tIns="720000" bIns="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en-BE"/>
              <a:t>picture</a:t>
            </a: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34C09383-50E0-39CC-6F29-523832012E6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118017" y="2103186"/>
            <a:ext cx="2090119" cy="137296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box background">
            <a:extLst>
              <a:ext uri="{FF2B5EF4-FFF2-40B4-BE49-F238E27FC236}">
                <a16:creationId xmlns:a16="http://schemas.microsoft.com/office/drawing/2014/main" id="{BBF8B340-4A17-43D7-BC95-A298D63B9CB8}"/>
              </a:ext>
            </a:extLst>
          </p:cNvPr>
          <p:cNvSpPr/>
          <p:nvPr userDrawn="1"/>
        </p:nvSpPr>
        <p:spPr>
          <a:xfrm>
            <a:off x="9118018" y="3593148"/>
            <a:ext cx="2101727" cy="2453640"/>
          </a:xfrm>
          <a:prstGeom prst="roundRect">
            <a:avLst>
              <a:gd name="adj" fmla="val 1064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251999" rtlCol="0" anchor="b"/>
          <a:lstStyle/>
          <a:p>
            <a:pPr algn="ctr"/>
            <a:r>
              <a:rPr lang="en-US">
                <a:solidFill>
                  <a:schemeClr val="tx1"/>
                </a:solidFill>
              </a:rPr>
              <a:t>Lorem ipsum</a:t>
            </a:r>
            <a:endParaRPr lang="en-US" sz="700">
              <a:solidFill>
                <a:schemeClr val="tx1"/>
              </a:solidFill>
            </a:endParaRPr>
          </a:p>
        </p:txBody>
      </p:sp>
      <p:sp>
        <p:nvSpPr>
          <p:cNvPr id="40" name="Text Placeholder 1">
            <a:extLst>
              <a:ext uri="{FF2B5EF4-FFF2-40B4-BE49-F238E27FC236}">
                <a16:creationId xmlns:a16="http://schemas.microsoft.com/office/drawing/2014/main" id="{C615DE24-197D-61C8-FFD4-4F714A9600A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118017" y="3590610"/>
            <a:ext cx="2090119" cy="245364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6144CC3F-70BE-C3CE-20A9-F2D2005EFC3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030263" y="757172"/>
            <a:ext cx="1656000" cy="1152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">
            <a:extLst>
              <a:ext uri="{FF2B5EF4-FFF2-40B4-BE49-F238E27FC236}">
                <a16:creationId xmlns:a16="http://schemas.microsoft.com/office/drawing/2014/main" id="{40353809-100A-E9EB-B4D3-4CBA8874311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2871944" y="757172"/>
            <a:ext cx="1656000" cy="1152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">
            <a:extLst>
              <a:ext uri="{FF2B5EF4-FFF2-40B4-BE49-F238E27FC236}">
                <a16:creationId xmlns:a16="http://schemas.microsoft.com/office/drawing/2014/main" id="{06AC82F5-8D4E-A415-07AB-34E041FE592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712935" y="757172"/>
            <a:ext cx="3167555" cy="1152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A906A151-7B41-0638-0E40-CDF085809A3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053543" y="757172"/>
            <a:ext cx="3167555" cy="1152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B46A0D9A-DFC9-35DA-B3EB-EE6E0B380A2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1030263" y="4436784"/>
            <a:ext cx="2130266" cy="16065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">
            <a:extLst>
              <a:ext uri="{FF2B5EF4-FFF2-40B4-BE49-F238E27FC236}">
                <a16:creationId xmlns:a16="http://schemas.microsoft.com/office/drawing/2014/main" id="{203C0C30-AFDA-7709-193B-E251C93988F1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3361352" y="4436784"/>
            <a:ext cx="1153800" cy="16065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">
            <a:extLst>
              <a:ext uri="{FF2B5EF4-FFF2-40B4-BE49-F238E27FC236}">
                <a16:creationId xmlns:a16="http://schemas.microsoft.com/office/drawing/2014/main" id="{0607F714-E8B5-3869-031B-3A7E2AEFCC6F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22415" y="4436784"/>
            <a:ext cx="2006521" cy="16065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">
            <a:extLst>
              <a:ext uri="{FF2B5EF4-FFF2-40B4-BE49-F238E27FC236}">
                <a16:creationId xmlns:a16="http://schemas.microsoft.com/office/drawing/2014/main" id="{D6946E3F-F9EA-50A5-513A-A5164DEF43A0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901195" y="4436784"/>
            <a:ext cx="2015999" cy="16065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225425" indent="-216000" algn="ctr">
              <a:spcAft>
                <a:spcPts val="200"/>
              </a:spcAft>
              <a:buClr>
                <a:schemeClr val="tx2"/>
              </a:buClr>
              <a:tabLst/>
              <a:defRPr sz="1600"/>
            </a:lvl1pPr>
            <a:lvl2pPr marL="534988" indent="-215900" algn="ctr">
              <a:spcBef>
                <a:spcPts val="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80803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71563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335088" indent="-215900" algn="ctr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Slide Number">
            <a:extLst>
              <a:ext uri="{FF2B5EF4-FFF2-40B4-BE49-F238E27FC236}">
                <a16:creationId xmlns:a16="http://schemas.microsoft.com/office/drawing/2014/main" id="{4B8F5750-EFAA-CB17-D1E6-FE59CF6D743A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</p:spTree>
    <p:extLst>
      <p:ext uri="{BB962C8B-B14F-4D97-AF65-F5344CB8AC3E}">
        <p14:creationId xmlns:p14="http://schemas.microsoft.com/office/powerpoint/2010/main" val="3004671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EA5953C1-CDD4-D150-3A79-366ACD550B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D105BF3-FC31-9DD0-66AC-C7FEFDBF22B0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/>
              <a:pPr/>
              <a:t>‹#›</a:t>
            </a:fld>
            <a:endParaRPr lang="en-BE" sz="1050"/>
          </a:p>
        </p:txBody>
      </p:sp>
      <p:sp>
        <p:nvSpPr>
          <p:cNvPr id="2" name="Content Placeholder">
            <a:extLst>
              <a:ext uri="{FF2B5EF4-FFF2-40B4-BE49-F238E27FC236}">
                <a16:creationId xmlns:a16="http://schemas.microsoft.com/office/drawing/2014/main" id="{5AA4EA8A-8A2A-2F32-FE46-2D0AB7C1CC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0574" y="1798638"/>
            <a:ext cx="10609261" cy="4248150"/>
          </a:xfrm>
          <a:prstGeom prst="rect">
            <a:avLst/>
          </a:prstGeom>
        </p:spPr>
        <p:txBody>
          <a:bodyPr/>
          <a:lstStyle>
            <a:lvl1pPr indent="-216000">
              <a:spcAft>
                <a:spcPts val="200"/>
              </a:spcAft>
              <a:buClr>
                <a:schemeClr val="tx2"/>
              </a:buClr>
              <a:defRPr sz="1600"/>
            </a:lvl1pPr>
            <a:lvl2pPr marL="48895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400"/>
            </a:lvl2pPr>
            <a:lvl3pPr marL="758825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200"/>
            </a:lvl3pPr>
            <a:lvl4pPr marL="1028700" indent="-219075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100"/>
            </a:lvl4pPr>
            <a:lvl5pPr marL="1249363" indent="-209550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tabLst/>
              <a:defRPr sz="105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093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FBAE40"/>
          </p15:clr>
        </p15:guide>
        <p15:guide id="2" pos="7680">
          <p15:clr>
            <a:srgbClr val="FBAE40"/>
          </p15:clr>
        </p15:guide>
        <p15:guide id="3" pos="498">
          <p15:clr>
            <a:srgbClr val="FBAE40"/>
          </p15:clr>
        </p15:guide>
        <p15:guide id="6" pos="7181">
          <p15:clr>
            <a:srgbClr val="FBAE40"/>
          </p15:clr>
        </p15:guide>
        <p15:guide id="7" orient="horz">
          <p15:clr>
            <a:srgbClr val="FBAE40"/>
          </p15:clr>
        </p15:guide>
        <p15:guide id="8" orient="horz" pos="4320">
          <p15:clr>
            <a:srgbClr val="FBAE40"/>
          </p15:clr>
        </p15:guide>
        <p15:guide id="9" orient="horz" pos="1133">
          <p15:clr>
            <a:srgbClr val="FBAE40"/>
          </p15:clr>
        </p15:guide>
        <p15:guide id="10" orient="horz" pos="2471">
          <p15:clr>
            <a:srgbClr val="FBAE40"/>
          </p15:clr>
        </p15:guide>
        <p15:guide id="11" orient="horz" pos="3809">
          <p15:clr>
            <a:srgbClr val="FBAE40"/>
          </p15:clr>
        </p15:guide>
        <p15:guide id="1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background">
    <p:bg>
      <p:bgPr>
        <a:solidFill>
          <a:srgbClr val="4E52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C logo" descr="European Commission">
            <a:extLst>
              <a:ext uri="{FF2B5EF4-FFF2-40B4-BE49-F238E27FC236}">
                <a16:creationId xmlns:a16="http://schemas.microsoft.com/office/drawing/2014/main" id="{1ABFEDB5-36D3-593E-1D1D-1C012A6CD9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r="45043"/>
          <a:stretch/>
        </p:blipFill>
        <p:spPr>
          <a:xfrm>
            <a:off x="10729044" y="5893948"/>
            <a:ext cx="1158155" cy="779504"/>
          </a:xfrm>
          <a:prstGeom prst="rect">
            <a:avLst/>
          </a:prstGeom>
          <a:noFill/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EA5953C1-CDD4-D150-3A79-366ACD550B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554DF69-DD6E-7A41-66CF-700CF476AC2F}"/>
              </a:ext>
            </a:extLst>
          </p:cNvPr>
          <p:cNvSpPr txBox="1">
            <a:spLocks/>
          </p:cNvSpPr>
          <p:nvPr userDrawn="1"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BE" sz="1050" smtClean="0">
                <a:solidFill>
                  <a:schemeClr val="bg1"/>
                </a:solidFill>
              </a:rPr>
              <a:pPr/>
              <a:t>‹#›</a:t>
            </a:fld>
            <a:endParaRPr lang="en-BE" sz="1050">
              <a:solidFill>
                <a:schemeClr val="bg1"/>
              </a:solidFill>
            </a:endParaRP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F8E4E19A-C642-83E5-C0DC-91EE83400A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0574" y="1798638"/>
            <a:ext cx="10609261" cy="4248150"/>
          </a:xfrm>
          <a:prstGeom prst="rect">
            <a:avLst/>
          </a:prstGeom>
        </p:spPr>
        <p:txBody>
          <a:bodyPr/>
          <a:lstStyle>
            <a:lvl1pPr indent="-216000">
              <a:spcAft>
                <a:spcPts val="2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 marL="488950" indent="-219075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2pPr>
            <a:lvl3pPr marL="758825" indent="-219075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3pPr>
            <a:lvl4pPr marL="1028700" indent="-219075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tabLst/>
              <a:defRPr sz="1100">
                <a:solidFill>
                  <a:schemeClr val="bg1"/>
                </a:solidFill>
              </a:defRPr>
            </a:lvl4pPr>
            <a:lvl5pPr marL="1249363" indent="-20955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tabLst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8993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FBAE40"/>
          </p15:clr>
        </p15:guide>
        <p15:guide id="2" pos="7680">
          <p15:clr>
            <a:srgbClr val="FBAE40"/>
          </p15:clr>
        </p15:guide>
        <p15:guide id="3" pos="498">
          <p15:clr>
            <a:srgbClr val="FBAE40"/>
          </p15:clr>
        </p15:guide>
        <p15:guide id="6" pos="7181">
          <p15:clr>
            <a:srgbClr val="FBAE40"/>
          </p15:clr>
        </p15:guide>
        <p15:guide id="7" orient="horz">
          <p15:clr>
            <a:srgbClr val="FBAE40"/>
          </p15:clr>
        </p15:guide>
        <p15:guide id="8" orient="horz" pos="4320">
          <p15:clr>
            <a:srgbClr val="FBAE40"/>
          </p15:clr>
        </p15:guide>
        <p15:guide id="9" orient="horz" pos="1133">
          <p15:clr>
            <a:srgbClr val="FBAE40"/>
          </p15:clr>
        </p15:guide>
        <p15:guide id="10" orient="horz" pos="2471">
          <p15:clr>
            <a:srgbClr val="FBAE40"/>
          </p15:clr>
        </p15:guide>
        <p15:guide id="11" orient="horz" pos="3809">
          <p15:clr>
            <a:srgbClr val="FBAE40"/>
          </p15:clr>
        </p15:guide>
        <p15:guide id="12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dient background">
    <p:bg>
      <p:bgPr>
        <a:gradFill>
          <a:gsLst>
            <a:gs pos="75000">
              <a:srgbClr val="5DA6C5"/>
            </a:gs>
            <a:gs pos="47000">
              <a:srgbClr val="5781B8"/>
            </a:gs>
            <a:gs pos="4000">
              <a:srgbClr val="4E51A7"/>
            </a:gs>
            <a:gs pos="100000">
              <a:srgbClr val="65D4D5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C logo" descr="European Commission">
            <a:extLst>
              <a:ext uri="{FF2B5EF4-FFF2-40B4-BE49-F238E27FC236}">
                <a16:creationId xmlns:a16="http://schemas.microsoft.com/office/drawing/2014/main" id="{3AECCEB1-4DE4-8CB1-B84E-809D6316009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r="45043"/>
          <a:stretch/>
        </p:blipFill>
        <p:spPr>
          <a:xfrm>
            <a:off x="10729044" y="5893948"/>
            <a:ext cx="1158155" cy="779504"/>
          </a:xfrm>
          <a:prstGeom prst="rect">
            <a:avLst/>
          </a:prstGeom>
          <a:noFill/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6A4E48D-F82F-5519-9A8D-21424846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6" y="575220"/>
            <a:ext cx="10609262" cy="782357"/>
          </a:xfrm>
          <a:prstGeom prst="rect">
            <a:avLst/>
          </a:prstGeom>
        </p:spPr>
        <p:txBody>
          <a:bodyPr vert="horz" lIns="0" tIns="45720" rIns="0" bIns="0" rtlCol="0" anchor="ctr" anchorCtr="0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F8D7F2CC-ED9E-9864-EBE5-E3D3C8C59BE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0574" y="1798638"/>
            <a:ext cx="10609261" cy="4248150"/>
          </a:xfrm>
          <a:prstGeom prst="rect">
            <a:avLst/>
          </a:prstGeom>
        </p:spPr>
        <p:txBody>
          <a:bodyPr/>
          <a:lstStyle>
            <a:lvl1pPr indent="-216000">
              <a:spcAft>
                <a:spcPts val="2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 marL="488950" indent="-219075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2pPr>
            <a:lvl3pPr marL="758825" indent="-219075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3pPr>
            <a:lvl4pPr marL="1028700" indent="-219075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tabLst/>
              <a:defRPr sz="1100">
                <a:solidFill>
                  <a:schemeClr val="bg1"/>
                </a:solidFill>
              </a:defRPr>
            </a:lvl4pPr>
            <a:lvl5pPr marL="1249363" indent="-20955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tabLst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452449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CAD29EBB-D18E-1467-ED43-AED25FD23C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gradFill flip="none" rotWithShape="1">
            <a:gsLst>
              <a:gs pos="35000">
                <a:srgbClr val="5781B8"/>
              </a:gs>
              <a:gs pos="0">
                <a:srgbClr val="4E52A6"/>
              </a:gs>
              <a:gs pos="100000">
                <a:srgbClr val="63D2D4"/>
              </a:gs>
            </a:gsLst>
            <a:lin ang="186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0" rtlCol="0" anchor="t" anchorCtr="0"/>
          <a:lstStyle/>
          <a:p>
            <a:pPr indent="0" algn="l">
              <a:buNone/>
            </a:pPr>
            <a:endParaRPr lang="en-BE" sz="1400" spc="-30">
              <a:solidFill>
                <a:schemeClr val="tx1"/>
              </a:solidFill>
              <a:ea typeface="+mn-lt"/>
              <a:cs typeface="+mn-lt"/>
            </a:endParaRPr>
          </a:p>
        </p:txBody>
      </p:sp>
      <p:grpSp>
        <p:nvGrpSpPr>
          <p:cNvPr id="3" name="Disclaimer">
            <a:extLst>
              <a:ext uri="{FF2B5EF4-FFF2-40B4-BE49-F238E27FC236}">
                <a16:creationId xmlns:a16="http://schemas.microsoft.com/office/drawing/2014/main" id="{7D927E25-1711-442E-7B4B-0A2ED022FF5E}"/>
              </a:ext>
            </a:extLst>
          </p:cNvPr>
          <p:cNvGrpSpPr>
            <a:grpSpLocks/>
          </p:cNvGrpSpPr>
          <p:nvPr userDrawn="1"/>
        </p:nvGrpSpPr>
        <p:grpSpPr>
          <a:xfrm>
            <a:off x="803275" y="3719161"/>
            <a:ext cx="8941016" cy="1271439"/>
            <a:chOff x="803275" y="4257985"/>
            <a:chExt cx="8941016" cy="1271439"/>
          </a:xfrm>
        </p:grpSpPr>
        <p:sp>
          <p:nvSpPr>
            <p:cNvPr id="2" name="Disclaimer">
              <a:extLst>
                <a:ext uri="{FF2B5EF4-FFF2-40B4-BE49-F238E27FC236}">
                  <a16:creationId xmlns:a16="http://schemas.microsoft.com/office/drawing/2014/main" id="{48E87B2E-8ADA-D267-8D3F-9F22BD9D181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3275" y="4652301"/>
              <a:ext cx="8941016" cy="877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chemeClr val="tx1"/>
                  </a:solidFill>
                  <a:latin typeface="+mj-lt"/>
                  <a:ea typeface="Arial"/>
                  <a:cs typeface="Arial"/>
                  <a:sym typeface="Arial"/>
                </a:rPr>
                <a:t>© European Union 2026</a:t>
              </a:r>
              <a:endParaRPr sz="1200">
                <a:solidFill>
                  <a:schemeClr val="tx1"/>
                </a:solidFill>
                <a:latin typeface="+mj-lt"/>
              </a:endParaRPr>
            </a:p>
            <a:p>
              <a:pPr marL="0" marR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tx1"/>
                  </a:solidFill>
                  <a:latin typeface="+mj-lt"/>
                  <a:ea typeface="Arial"/>
                  <a:cs typeface="Arial"/>
                  <a:sym typeface="Arial"/>
                </a:rPr>
                <a:t>Unless otherwise noted the reuse of this presentation is authorised under the </a:t>
              </a:r>
              <a:r>
                <a:rPr lang="en-GB" sz="1200" u="sng">
                  <a:solidFill>
                    <a:schemeClr val="tx1"/>
                  </a:solidFill>
                  <a:latin typeface="+mj-lt"/>
                  <a:ea typeface="Arial"/>
                  <a:cs typeface="Arial"/>
                  <a:sym typeface="Arial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CC BY 4.0</a:t>
              </a:r>
              <a:r>
                <a:rPr lang="en-GB" sz="1200">
                  <a:solidFill>
                    <a:schemeClr val="tx1"/>
                  </a:solidFill>
                  <a:latin typeface="+mj-lt"/>
                  <a:ea typeface="Arial"/>
                  <a:cs typeface="Arial"/>
                  <a:sym typeface="Arial"/>
                </a:rPr>
                <a:t> license. For any use or reproduction of elements that are not owned by the EU, permission may need to be sought directly from the respective right holders.</a:t>
              </a:r>
              <a:endParaRPr sz="1200">
                <a:solidFill>
                  <a:schemeClr val="tx1"/>
                </a:solidFill>
                <a:latin typeface="+mj-lt"/>
              </a:endParaRPr>
            </a:p>
          </p:txBody>
        </p:sp>
        <p:pic>
          <p:nvPicPr>
            <p:cNvPr id="6" name="Creative Commons logo">
              <a:extLst>
                <a:ext uri="{FF2B5EF4-FFF2-40B4-BE49-F238E27FC236}">
                  <a16:creationId xmlns:a16="http://schemas.microsoft.com/office/drawing/2014/main" id="{8A984090-6A79-31E7-E62E-9ABC0722A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71" y="4257985"/>
              <a:ext cx="1023496" cy="358097"/>
            </a:xfrm>
            <a:prstGeom prst="rect">
              <a:avLst/>
            </a:prstGeom>
          </p:spPr>
        </p:pic>
      </p:grpSp>
      <p:sp>
        <p:nvSpPr>
          <p:cNvPr id="8" name="Title"/>
          <p:cNvSpPr>
            <a:spLocks noGrp="1"/>
          </p:cNvSpPr>
          <p:nvPr>
            <p:ph type="ctrTitle"/>
          </p:nvPr>
        </p:nvSpPr>
        <p:spPr>
          <a:xfrm>
            <a:off x="803275" y="1122363"/>
            <a:ext cx="10800760" cy="124034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5" name="JRC symbol" descr="A black circle with dots&#10;&#10;AI-generated content may be incorrect.">
            <a:extLst>
              <a:ext uri="{FF2B5EF4-FFF2-40B4-BE49-F238E27FC236}">
                <a16:creationId xmlns:a16="http://schemas.microsoft.com/office/drawing/2014/main" id="{ECB7CE66-2815-30D0-D6DF-CC8A352ACC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47" r="49243" b="51138"/>
          <a:stretch>
            <a:fillRect/>
          </a:stretch>
        </p:blipFill>
        <p:spPr>
          <a:xfrm>
            <a:off x="8401069" y="0"/>
            <a:ext cx="379093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03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CAD29EBB-D18E-1467-ED43-AED25FD23C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gradFill flip="none" rotWithShape="1">
            <a:gsLst>
              <a:gs pos="35000">
                <a:srgbClr val="5781B8"/>
              </a:gs>
              <a:gs pos="0">
                <a:srgbClr val="4E52A6"/>
              </a:gs>
              <a:gs pos="100000">
                <a:srgbClr val="63D2D4"/>
              </a:gs>
            </a:gsLst>
            <a:lin ang="186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0" rtlCol="0" anchor="t" anchorCtr="0"/>
          <a:lstStyle/>
          <a:p>
            <a:pPr indent="0" algn="l">
              <a:buNone/>
            </a:pPr>
            <a:endParaRPr lang="en-BE" sz="1400" spc="-3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8" name="Title"/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803275" y="1122363"/>
            <a:ext cx="10800760" cy="124034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2" name="JRC symbol" descr="A black circle with dots&#10;&#10;AI-generated content may be incorrect.">
            <a:extLst>
              <a:ext uri="{FF2B5EF4-FFF2-40B4-BE49-F238E27FC236}">
                <a16:creationId xmlns:a16="http://schemas.microsoft.com/office/drawing/2014/main" id="{55E0EFE4-F2C2-D835-C82F-01D5F83AF9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47" r="49243" b="51138"/>
          <a:stretch>
            <a:fillRect/>
          </a:stretch>
        </p:blipFill>
        <p:spPr>
          <a:xfrm>
            <a:off x="8401069" y="0"/>
            <a:ext cx="379093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747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EC logo">
            <a:extLst>
              <a:ext uri="{FF2B5EF4-FFF2-40B4-BE49-F238E27FC236}">
                <a16:creationId xmlns:a16="http://schemas.microsoft.com/office/drawing/2014/main" id="{D325E9B3-95EA-068F-1BB1-991DF1221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10725768" y="5901016"/>
            <a:ext cx="1256063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74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09" r:id="rId2"/>
    <p:sldLayoutId id="2147483680" r:id="rId3"/>
    <p:sldLayoutId id="2147483683" r:id="rId4"/>
    <p:sldLayoutId id="2147483718" r:id="rId5"/>
    <p:sldLayoutId id="2147483684" r:id="rId6"/>
    <p:sldLayoutId id="2147483686" r:id="rId7"/>
    <p:sldLayoutId id="2147483712" r:id="rId8"/>
    <p:sldLayoutId id="2147483713" r:id="rId9"/>
    <p:sldLayoutId id="2147483730" r:id="rId10"/>
    <p:sldLayoutId id="2147483731" r:id="rId11"/>
    <p:sldLayoutId id="2147483691" r:id="rId12"/>
    <p:sldLayoutId id="2147483692" r:id="rId13"/>
    <p:sldLayoutId id="2147483698" r:id="rId14"/>
    <p:sldLayoutId id="2147483723" r:id="rId15"/>
    <p:sldLayoutId id="2147483734" r:id="rId16"/>
    <p:sldLayoutId id="2147483735" r:id="rId17"/>
    <p:sldLayoutId id="2147483688" r:id="rId18"/>
    <p:sldLayoutId id="2147483693" r:id="rId19"/>
    <p:sldLayoutId id="2147483697" r:id="rId20"/>
    <p:sldLayoutId id="2147483689" r:id="rId21"/>
    <p:sldLayoutId id="2147483690" r:id="rId22"/>
    <p:sldLayoutId id="2147483694" r:id="rId23"/>
    <p:sldLayoutId id="2147483695" r:id="rId24"/>
    <p:sldLayoutId id="2147483696" r:id="rId25"/>
    <p:sldLayoutId id="2147483719" r:id="rId26"/>
    <p:sldLayoutId id="2147483720" r:id="rId27"/>
    <p:sldLayoutId id="2147483699" r:id="rId28"/>
    <p:sldLayoutId id="2147483722" r:id="rId29"/>
    <p:sldLayoutId id="2147483700" r:id="rId30"/>
    <p:sldLayoutId id="2147483701" r:id="rId31"/>
    <p:sldLayoutId id="2147483729" r:id="rId32"/>
    <p:sldLayoutId id="2147483703" r:id="rId33"/>
    <p:sldLayoutId id="2147483717" r:id="rId34"/>
    <p:sldLayoutId id="2147483736" r:id="rId35"/>
    <p:sldLayoutId id="2147483705" r:id="rId36"/>
    <p:sldLayoutId id="2147483721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>
          <a:srgbClr val="2B91C5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rgbClr val="2B91C5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rgbClr val="2B91C5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rgbClr val="2B91C5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rgbClr val="2B91C5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498">
          <p15:clr>
            <a:srgbClr val="F26B43"/>
          </p15:clr>
        </p15:guide>
        <p15:guide id="4" pos="7181">
          <p15:clr>
            <a:srgbClr val="F26B43"/>
          </p15:clr>
        </p15:guide>
        <p15:guide id="5" orient="horz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1133">
          <p15:clr>
            <a:srgbClr val="F26B43"/>
          </p15:clr>
        </p15:guide>
        <p15:guide id="8" orient="horz" pos="38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jrc.ec.europa.eu/collection/id-005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jrc.ec.europa.eu/dataset/2ff68a52-5b5b-4a22-8f40-c41da8332cf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jrc.ec.europa.eu/dataset/f41a22f1-5741-4c41-86eb-6384654f6927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apping.emergency.copernicus.eu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tomsail/bd2fde2956ed1bbe97e064a52bfaa060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console.cloud.google.com/storage/browser/datasets_challenge/working_data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00AF360-E4FC-260C-009E-E9312CAF3A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3274" y="5399738"/>
            <a:ext cx="11243414" cy="1118020"/>
          </a:xfrm>
        </p:spPr>
        <p:txBody>
          <a:bodyPr lIns="0" tIns="0" rIns="91440" bIns="45720" anchor="t"/>
          <a:lstStyle/>
          <a:p>
            <a:r>
              <a:rPr lang="en-GB" noProof="1">
                <a:cs typeface="Arial"/>
              </a:rPr>
              <a:t>Martin Jančovič, DG JRC E1, Disaster Risk Management - External consultant for the European commission (KAJO)</a:t>
            </a:r>
          </a:p>
          <a:p>
            <a:r>
              <a:rPr lang="en-GB" noProof="1">
                <a:cs typeface="Arial"/>
              </a:rPr>
              <a:t>Thomas Saillour, DG JRC E1, Disaster Risk Management - Coastal Floods</a:t>
            </a:r>
          </a:p>
          <a:p>
            <a:r>
              <a:rPr lang="en-GB" noProof="1">
                <a:cs typeface="Arial"/>
              </a:rPr>
              <a:t>Olesya Grabova, DG JRC S4, Science for Policy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94F3D709-94C6-A13F-1906-39B40F28E8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lIns="0" tIns="45720" rIns="91440" bIns="45720" anchor="t">
            <a:noAutofit/>
          </a:bodyPr>
          <a:lstStyle/>
          <a:p>
            <a:r>
              <a:rPr lang="en-GB" noProof="1"/>
              <a:t>Presentation of the datasets</a:t>
            </a: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D1D6E42-CC9E-B789-6F29-1D76E67DF7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0" tIns="45720" rIns="91440" bIns="45720" anchor="b">
            <a:noAutofit/>
          </a:bodyPr>
          <a:lstStyle/>
          <a:p>
            <a:r>
              <a:rPr lang="en-GB" noProof="1">
                <a:cs typeface="Arial"/>
              </a:rPr>
              <a:t>European AI Challenge 2026: From Data to Policy</a:t>
            </a:r>
          </a:p>
        </p:txBody>
      </p:sp>
    </p:spTree>
    <p:extLst>
      <p:ext uri="{BB962C8B-B14F-4D97-AF65-F5344CB8AC3E}">
        <p14:creationId xmlns:p14="http://schemas.microsoft.com/office/powerpoint/2010/main" val="35961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1FC0C99-B6B1-4A45-F3D9-3B2CBF87C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275" y="3045743"/>
            <a:ext cx="7324003" cy="1056593"/>
          </a:xfrm>
        </p:spPr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emergency.copernicus.eu</a:t>
            </a:r>
            <a:r>
              <a:rPr lang="en-GB" dirty="0"/>
              <a:t>/</a:t>
            </a:r>
            <a:endParaRPr lang="en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48049D-23A7-35A1-F2FE-D8A3E9344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274" y="575220"/>
            <a:ext cx="10774643" cy="2180445"/>
          </a:xfrm>
        </p:spPr>
        <p:txBody>
          <a:bodyPr/>
          <a:lstStyle/>
          <a:p>
            <a:r>
              <a:rPr lang="en-SK" dirty="0"/>
              <a:t>Copernicus Emergency Management Service (CEMS)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160AF1-09E9-1EED-3522-80D935534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065" y="4102335"/>
            <a:ext cx="7772400" cy="218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43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1AD9-57AF-2E5C-7EC5-833693F05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">
            <a:extLst>
              <a:ext uri="{FF2B5EF4-FFF2-40B4-BE49-F238E27FC236}">
                <a16:creationId xmlns:a16="http://schemas.microsoft.com/office/drawing/2014/main" id="{72145B22-9FA2-4365-FF81-812F1380F1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lIns="0" tIns="45720" rIns="91440" bIns="45720" anchor="t">
            <a:noAutofit/>
          </a:bodyPr>
          <a:lstStyle/>
          <a:p>
            <a:r>
              <a:rPr lang="en-GB" noProof="1">
                <a:cs typeface="Arial"/>
              </a:rPr>
              <a:t>Flood hazard maps</a:t>
            </a:r>
          </a:p>
          <a:p>
            <a:r>
              <a:rPr lang="it-IT" sz="1800" i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https://data.jrc.ec.europa.eu/collection/id-0054</a:t>
            </a:r>
            <a:r>
              <a:rPr lang="it-IT" sz="1800" i="1" dirty="0"/>
              <a:t>  </a:t>
            </a:r>
            <a:endParaRPr lang="en-GB" sz="1800" i="1" noProof="1">
              <a:cs typeface="Arial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BDC70508-FE34-E92E-255A-CAFFFEEB9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275" y="575220"/>
            <a:ext cx="11391064" cy="3131383"/>
          </a:xfrm>
        </p:spPr>
        <p:txBody>
          <a:bodyPr lIns="0" tIns="45720" rIns="91440" bIns="45720" anchor="b">
            <a:noAutofit/>
          </a:bodyPr>
          <a:lstStyle/>
          <a:p>
            <a:br>
              <a:rPr lang="en-GB" noProof="1">
                <a:cs typeface="Arial"/>
              </a:rPr>
            </a:br>
            <a:r>
              <a:rPr lang="en-GB" noProof="1">
                <a:cs typeface="Arial"/>
              </a:rPr>
              <a:t>Floods</a:t>
            </a:r>
            <a:br>
              <a:rPr lang="en-GB" noProof="1">
                <a:cs typeface="Arial"/>
              </a:rPr>
            </a:br>
            <a:r>
              <a:rPr lang="en-GB" noProof="1">
                <a:cs typeface="Arial"/>
              </a:rPr>
              <a:t>EFAS </a:t>
            </a:r>
            <a:r>
              <a:rPr lang="en-GB" sz="4800" noProof="1">
                <a:cs typeface="Arial"/>
              </a:rPr>
              <a:t>E</a:t>
            </a:r>
            <a:r>
              <a:rPr lang="en-GB" sz="3600" noProof="1">
                <a:cs typeface="Arial"/>
              </a:rPr>
              <a:t>uropean </a:t>
            </a:r>
            <a:r>
              <a:rPr lang="en-GB" sz="4800" noProof="1">
                <a:cs typeface="Arial"/>
              </a:rPr>
              <a:t>F</a:t>
            </a:r>
            <a:r>
              <a:rPr lang="en-GB" sz="3600" noProof="1">
                <a:cs typeface="Arial"/>
              </a:rPr>
              <a:t>lood </a:t>
            </a:r>
            <a:r>
              <a:rPr lang="en-GB" sz="4800" noProof="1">
                <a:cs typeface="Arial"/>
              </a:rPr>
              <a:t>A</a:t>
            </a:r>
            <a:r>
              <a:rPr lang="en-GB" sz="3600" noProof="1">
                <a:cs typeface="Arial"/>
              </a:rPr>
              <a:t>wareness </a:t>
            </a:r>
            <a:r>
              <a:rPr lang="en-GB" sz="4800" noProof="1">
                <a:cs typeface="Arial"/>
              </a:rPr>
              <a:t>S</a:t>
            </a:r>
            <a:r>
              <a:rPr lang="en-GB" sz="3600" noProof="1">
                <a:cs typeface="Arial"/>
              </a:rPr>
              <a:t>ystem</a:t>
            </a:r>
          </a:p>
        </p:txBody>
      </p:sp>
    </p:spTree>
    <p:extLst>
      <p:ext uri="{BB962C8B-B14F-4D97-AF65-F5344CB8AC3E}">
        <p14:creationId xmlns:p14="http://schemas.microsoft.com/office/powerpoint/2010/main" val="220570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4B311-20B8-8622-9A20-AC44C20E902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5207" y="1436500"/>
            <a:ext cx="5706755" cy="4733860"/>
          </a:xfrm>
        </p:spPr>
        <p:txBody>
          <a:bodyPr lIns="91440" tIns="45720" rIns="91440" bIns="45720" anchor="t"/>
          <a:lstStyle/>
          <a:p>
            <a:pPr marL="12700" indent="0">
              <a:buNone/>
            </a:pPr>
            <a:r>
              <a:rPr lang="en-GB" sz="280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Return Periods? </a:t>
            </a:r>
          </a:p>
          <a:p>
            <a:pPr>
              <a:buFont typeface="Courier New" panose="020B0604020202020204" pitchFamily="34" charset="0"/>
              <a:buChar char="o"/>
            </a:pPr>
            <a:r>
              <a:rPr lang="en-GB" sz="1800" noProof="1">
                <a:solidFill>
                  <a:srgbClr val="202122"/>
                </a:solidFill>
                <a:highlight>
                  <a:srgbClr val="FFFFFF"/>
                </a:highlight>
                <a:latin typeface="Arial"/>
                <a:cs typeface="Arial"/>
              </a:rPr>
              <a:t>Recurrence interval =  (n+1) / m</a:t>
            </a:r>
            <a:endParaRPr lang="en-GB" sz="1800" noProof="1">
              <a:solidFill>
                <a:srgbClr val="000000"/>
              </a:solidFill>
              <a:latin typeface="Arial"/>
              <a:cs typeface="Arial"/>
            </a:endParaRPr>
          </a:p>
          <a:p>
            <a:pPr lvl="1">
              <a:buFont typeface="Wingdings" panose="020B0604020202020204" pitchFamily="34" charset="0"/>
              <a:buChar char="§"/>
            </a:pPr>
            <a:r>
              <a:rPr lang="en-GB" sz="1600" i="1" noProof="1">
                <a:solidFill>
                  <a:srgbClr val="202122"/>
                </a:solidFill>
                <a:highlight>
                  <a:srgbClr val="FFFFFF"/>
                </a:highlight>
                <a:latin typeface="Arial"/>
                <a:cs typeface="Arial"/>
              </a:rPr>
              <a:t>n</a:t>
            </a:r>
            <a:r>
              <a:rPr lang="en-GB" sz="1600" noProof="1">
                <a:solidFill>
                  <a:srgbClr val="202122"/>
                </a:solidFill>
                <a:highlight>
                  <a:srgbClr val="FFFFFF"/>
                </a:highlight>
                <a:latin typeface="Arial"/>
                <a:cs typeface="Arial"/>
              </a:rPr>
              <a:t> number of years on record;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GB" sz="1600" i="1" noProof="1">
                <a:solidFill>
                  <a:srgbClr val="202122"/>
                </a:solidFill>
                <a:highlight>
                  <a:srgbClr val="FFFFFF"/>
                </a:highlight>
                <a:latin typeface="Arial"/>
                <a:cs typeface="Arial"/>
              </a:rPr>
              <a:t>m</a:t>
            </a:r>
            <a:r>
              <a:rPr lang="en-GB" sz="1600" noProof="1">
                <a:solidFill>
                  <a:srgbClr val="202122"/>
                </a:solidFill>
                <a:highlight>
                  <a:srgbClr val="FFFFFF"/>
                </a:highlight>
                <a:latin typeface="Arial"/>
                <a:cs typeface="Arial"/>
              </a:rPr>
              <a:t> is the number of observed occurrences</a:t>
            </a:r>
          </a:p>
          <a:p>
            <a:pPr>
              <a:buFont typeface="Courier New" panose="020B0604020202020204" pitchFamily="34" charset="0"/>
              <a:buChar char="o"/>
            </a:pPr>
            <a:r>
              <a:rPr lang="en-GB" sz="1800" noProof="1">
                <a:solidFill>
                  <a:srgbClr val="202122"/>
                </a:solidFill>
                <a:highlight>
                  <a:srgbClr val="FFFFFF"/>
                </a:highlight>
                <a:latin typeface="Arial"/>
                <a:cs typeface="Arial"/>
              </a:rPr>
              <a:t>The theoretical return period between occurrences is the inverse of the average frequency of occurrence</a:t>
            </a:r>
          </a:p>
          <a:p>
            <a:pPr>
              <a:buFont typeface="Courier New" panose="020B0604020202020204" pitchFamily="34" charset="0"/>
              <a:buChar char="o"/>
            </a:pPr>
            <a:r>
              <a:rPr lang="en-GB" sz="1800" noProof="1">
                <a:solidFill>
                  <a:srgbClr val="202122"/>
                </a:solidFill>
                <a:highlight>
                  <a:srgbClr val="FFFFFF"/>
                </a:highlight>
                <a:latin typeface="Arial"/>
                <a:cs typeface="Arial"/>
              </a:rPr>
              <a:t>Simple terms: 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GB" sz="1600" noProof="1">
                <a:solidFill>
                  <a:srgbClr val="202122"/>
                </a:solidFill>
                <a:highlight>
                  <a:srgbClr val="FFFFFF"/>
                </a:highlight>
                <a:latin typeface="Arial"/>
                <a:cs typeface="Arial"/>
              </a:rPr>
              <a:t>RP500 </a:t>
            </a:r>
            <a:r>
              <a:rPr lang="en-GB" sz="1600" b="1" noProof="1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Arial"/>
                <a:cs typeface="Arial"/>
              </a:rPr>
              <a:t>X</a:t>
            </a:r>
            <a:r>
              <a:rPr lang="en-GB" sz="1600" noProof="1">
                <a:solidFill>
                  <a:srgbClr val="202122"/>
                </a:solidFill>
                <a:highlight>
                  <a:srgbClr val="FFFFFF"/>
                </a:highlight>
                <a:latin typeface="Arial"/>
                <a:cs typeface="Arial"/>
              </a:rPr>
              <a:t> an event that occurs every 500 years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GB" sz="1600" noProof="1">
                <a:solidFill>
                  <a:srgbClr val="202122"/>
                </a:solidFill>
                <a:highlight>
                  <a:srgbClr val="FFFFFF"/>
                </a:highlight>
                <a:latin typeface="Arial"/>
                <a:cs typeface="Arial"/>
              </a:rPr>
              <a:t>RP500 </a:t>
            </a:r>
            <a:r>
              <a:rPr lang="en-GB" sz="1600" b="1" noProof="1">
                <a:solidFill>
                  <a:srgbClr val="1F7837"/>
                </a:solidFill>
                <a:highlight>
                  <a:srgbClr val="FFFFFF"/>
                </a:highlight>
                <a:latin typeface="Arial"/>
                <a:cs typeface="Arial"/>
              </a:rPr>
              <a:t>=</a:t>
            </a:r>
            <a:r>
              <a:rPr lang="en-GB" sz="1600" noProof="1">
                <a:solidFill>
                  <a:srgbClr val="202122"/>
                </a:solidFill>
                <a:highlight>
                  <a:srgbClr val="FFFFFF"/>
                </a:highlight>
                <a:latin typeface="Arial"/>
                <a:cs typeface="Arial"/>
              </a:rPr>
              <a:t> an event that has 1/500=0.002 or 0.2% probability of occurring this year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6E858-3C5C-C529-672A-8E732DB03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CEMS-EFAS flood hazard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5FD9C3DF-DEF1-E30D-7A6A-5B539BA3AE2D}"/>
              </a:ext>
            </a:extLst>
          </p:cNvPr>
          <p:cNvSpPr txBox="1">
            <a:spLocks/>
          </p:cNvSpPr>
          <p:nvPr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GB" sz="1050" noProof="1" dirty="0" smtClean="0"/>
              <a:pPr/>
              <a:t>4</a:t>
            </a:fld>
            <a:endParaRPr lang="en-GB" sz="1050" noProof="1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FCBC23-40B5-99EB-2F80-016F09CD9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302585"/>
              </p:ext>
            </p:extLst>
          </p:nvPr>
        </p:nvGraphicFramePr>
        <p:xfrm>
          <a:off x="678430" y="1436500"/>
          <a:ext cx="5234940" cy="4197402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759599">
                  <a:extLst>
                    <a:ext uri="{9D8B030D-6E8A-4147-A177-3AD203B41FA5}">
                      <a16:colId xmlns:a16="http://schemas.microsoft.com/office/drawing/2014/main" val="2206260994"/>
                    </a:ext>
                  </a:extLst>
                </a:gridCol>
                <a:gridCol w="3475341">
                  <a:extLst>
                    <a:ext uri="{9D8B030D-6E8A-4147-A177-3AD203B41FA5}">
                      <a16:colId xmlns:a16="http://schemas.microsoft.com/office/drawing/2014/main" val="2830815493"/>
                    </a:ext>
                  </a:extLst>
                </a:gridCol>
              </a:tblGrid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Google Cloud folder</a:t>
                      </a:r>
                      <a:r>
                        <a:rPr lang="fr-FR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fr-FR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fr-FR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cems-efas</a:t>
                      </a: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26241625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Dataset</a:t>
                      </a:r>
                      <a:r>
                        <a:rPr lang="fr-FR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fr-FR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EFAS river flood </a:t>
                      </a:r>
                      <a:r>
                        <a:rPr lang="fr-FR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hazard</a:t>
                      </a: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maps</a:t>
                      </a: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for Europe. </a:t>
                      </a:r>
                      <a:r>
                        <a:rPr lang="en-GB" sz="1200" noProof="1">
                          <a:ea typeface="+mn-lt"/>
                          <a:cs typeface="+mn-lt"/>
                        </a:rPr>
                        <a:t>Resolution 3 arc-second (~90 m) grid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58676302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What it is</a:t>
                      </a:r>
                      <a:r>
                        <a:rPr lang="en-US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Model-based maps of how deep the water gets in a 10-year, 100-year and 500-year river flood, for the whole of Europe.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037154705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Answers</a:t>
                      </a:r>
                      <a:r>
                        <a:rPr lang="en-US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Where does a model expect water in a 10-, 100-, 500-year river flood?  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464918602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Data type</a:t>
                      </a:r>
                      <a:r>
                        <a:rPr lang="en-US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Raster (water </a:t>
                      </a:r>
                      <a:r>
                        <a:rPr lang="fr-FR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depth</a:t>
                      </a: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in </a:t>
                      </a:r>
                      <a:r>
                        <a:rPr lang="fr-FR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meters</a:t>
                      </a: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982133748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Format and size</a:t>
                      </a:r>
                      <a:r>
                        <a:rPr lang="fr-FR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fr-FR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 </a:t>
                      </a:r>
                      <a:r>
                        <a:rPr lang="en-US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GeoTIFFs</a:t>
                      </a: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0.95 GB in total  </a:t>
                      </a:r>
                    </a:p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RP10, RP100, RP500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701189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350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E5471-E34A-840A-5180-C4FC043B8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740356CA-25CA-8373-5794-BC813777500F}"/>
              </a:ext>
            </a:extLst>
          </p:cNvPr>
          <p:cNvSpPr txBox="1">
            <a:spLocks/>
          </p:cNvSpPr>
          <p:nvPr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GB" sz="1050" noProof="1" dirty="0" smtClean="0"/>
              <a:pPr/>
              <a:t>5</a:t>
            </a:fld>
            <a:endParaRPr lang="en-GB" sz="1050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23E9E0-E43A-2D70-A228-F865918F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95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52792-F097-CD16-FCAE-5E55B0166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">
            <a:extLst>
              <a:ext uri="{FF2B5EF4-FFF2-40B4-BE49-F238E27FC236}">
                <a16:creationId xmlns:a16="http://schemas.microsoft.com/office/drawing/2014/main" id="{B65326BF-18E2-A680-DFB5-910BAFB2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275" y="3874486"/>
            <a:ext cx="9952355" cy="1351702"/>
          </a:xfrm>
        </p:spPr>
        <p:txBody>
          <a:bodyPr/>
          <a:lstStyle/>
          <a:p>
            <a:r>
              <a:rPr lang="it-IT" noProof="1"/>
              <a:t>P</a:t>
            </a:r>
            <a:r>
              <a:rPr lang="en-001" noProof="1"/>
              <a:t>opulation Grid</a:t>
            </a:r>
            <a:r>
              <a:rPr lang="it-IT" noProof="1"/>
              <a:t> (POP)</a:t>
            </a:r>
          </a:p>
          <a:p>
            <a:r>
              <a:rPr lang="it-IT" sz="1800" i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https://data.jrc.ec.europa.eu/dataset/2ff68a52-5b5b-4a22-8f40-c41da8332cfe</a:t>
            </a:r>
            <a:endParaRPr lang="it-IT" sz="1800" noProof="1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FC322777-0C79-2EAB-0993-67BF4864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275" y="575220"/>
            <a:ext cx="11388726" cy="3131383"/>
          </a:xfrm>
        </p:spPr>
        <p:txBody>
          <a:bodyPr lIns="0" tIns="45720" rIns="91440" bIns="45720" anchor="b">
            <a:noAutofit/>
          </a:bodyPr>
          <a:lstStyle/>
          <a:p>
            <a:r>
              <a:rPr lang="sk-SK" noProof="1">
                <a:cs typeface="Arial"/>
              </a:rPr>
              <a:t>Exposure Mapping</a:t>
            </a:r>
            <a:br>
              <a:rPr lang="sk-SK" noProof="1">
                <a:cs typeface="Arial"/>
              </a:rPr>
            </a:br>
            <a:r>
              <a:rPr lang="en-001" noProof="1">
                <a:cs typeface="Arial"/>
              </a:rPr>
              <a:t>GHSL </a:t>
            </a:r>
            <a:r>
              <a:rPr lang="en-001" sz="4800" noProof="1">
                <a:cs typeface="Arial"/>
              </a:rPr>
              <a:t>G</a:t>
            </a:r>
            <a:r>
              <a:rPr lang="en-001" sz="3600" noProof="1">
                <a:cs typeface="Arial"/>
              </a:rPr>
              <a:t>lobal </a:t>
            </a:r>
            <a:r>
              <a:rPr lang="en-001" sz="4800" noProof="1">
                <a:cs typeface="Arial"/>
              </a:rPr>
              <a:t>H</a:t>
            </a:r>
            <a:r>
              <a:rPr lang="en-001" sz="3600" noProof="1">
                <a:cs typeface="Arial"/>
              </a:rPr>
              <a:t>uman </a:t>
            </a:r>
            <a:r>
              <a:rPr lang="en-001" sz="4800" noProof="1">
                <a:cs typeface="Arial"/>
              </a:rPr>
              <a:t>S</a:t>
            </a:r>
            <a:r>
              <a:rPr lang="en-001" sz="3600" noProof="1">
                <a:cs typeface="Arial"/>
              </a:rPr>
              <a:t>ettlement </a:t>
            </a:r>
            <a:r>
              <a:rPr lang="en-001" sz="4800" noProof="1">
                <a:cs typeface="Arial"/>
              </a:rPr>
              <a:t>L</a:t>
            </a:r>
            <a:r>
              <a:rPr lang="en-001" sz="3600" noProof="1">
                <a:cs typeface="Arial"/>
              </a:rPr>
              <a:t>ayer</a:t>
            </a:r>
            <a:endParaRPr lang="en-GB" sz="5400" noProof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388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FCBB-E48C-E35C-7644-173A26CAC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10ED9-5F5C-3E0E-7E13-899F1291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noProof="1"/>
              <a:t>GHS</a:t>
            </a:r>
            <a:r>
              <a:rPr lang="it-IT" noProof="1"/>
              <a:t>-</a:t>
            </a:r>
            <a:r>
              <a:rPr lang="en-001" noProof="1"/>
              <a:t>POP</a:t>
            </a:r>
            <a:endParaRPr lang="en-GB" noProof="1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4375F674-EC1B-6841-2A80-05577A7A47AB}"/>
              </a:ext>
            </a:extLst>
          </p:cNvPr>
          <p:cNvSpPr txBox="1">
            <a:spLocks/>
          </p:cNvSpPr>
          <p:nvPr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GB" sz="1050" noProof="1" dirty="0" smtClean="0"/>
              <a:pPr/>
              <a:t>7</a:t>
            </a:fld>
            <a:endParaRPr lang="en-GB" sz="1050" noProof="1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9D7B977-8A78-6AC0-6B2B-E8C2A7B18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81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8" name="Picture 7" descr="A map with a square in the middle&#10;&#10;AI-generated content may be incorrect.">
            <a:extLst>
              <a:ext uri="{FF2B5EF4-FFF2-40B4-BE49-F238E27FC236}">
                <a16:creationId xmlns:a16="http://schemas.microsoft.com/office/drawing/2014/main" id="{B8B6C9F9-EA7E-CEAE-6CEF-6B56428AD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944" y="1596069"/>
            <a:ext cx="6334037" cy="330989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B285D74-EFAC-7434-700A-29B1D0433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567295"/>
              </p:ext>
            </p:extLst>
          </p:nvPr>
        </p:nvGraphicFramePr>
        <p:xfrm>
          <a:off x="411479" y="1582712"/>
          <a:ext cx="5086103" cy="4197402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709571">
                  <a:extLst>
                    <a:ext uri="{9D8B030D-6E8A-4147-A177-3AD203B41FA5}">
                      <a16:colId xmlns:a16="http://schemas.microsoft.com/office/drawing/2014/main" val="2206260994"/>
                    </a:ext>
                  </a:extLst>
                </a:gridCol>
                <a:gridCol w="3376532">
                  <a:extLst>
                    <a:ext uri="{9D8B030D-6E8A-4147-A177-3AD203B41FA5}">
                      <a16:colId xmlns:a16="http://schemas.microsoft.com/office/drawing/2014/main" val="2830815493"/>
                    </a:ext>
                  </a:extLst>
                </a:gridCol>
              </a:tblGrid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Google Cloud folder</a:t>
                      </a:r>
                      <a:r>
                        <a:rPr lang="fr-FR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fr-FR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fr-FR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ghs_pop</a:t>
                      </a: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26241625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Dataset</a:t>
                      </a:r>
                      <a:r>
                        <a:rPr lang="fr-FR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fr-FR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GHS-POP R2023A 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58676302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What it is</a:t>
                      </a:r>
                      <a:r>
                        <a:rPr lang="en-US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Estimated number of residents per grid cell, for the years 2020 and 2025 (projection)  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037154705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Answers</a:t>
                      </a:r>
                      <a:r>
                        <a:rPr lang="en-US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How many residents per grid cell?  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464918602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Data type</a:t>
                      </a:r>
                      <a:r>
                        <a:rPr lang="en-US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Raster (people per </a:t>
                      </a:r>
                      <a:r>
                        <a:rPr lang="fr-FR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cell</a:t>
                      </a: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  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982133748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Format and size</a:t>
                      </a:r>
                      <a:r>
                        <a:rPr lang="fr-FR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fr-FR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 </a:t>
                      </a:r>
                      <a:r>
                        <a:rPr lang="en-US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GeoTIFFs</a:t>
                      </a: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of about 0.5 GB (2020 and 2025), each with an overview file (.</a:t>
                      </a:r>
                      <a:r>
                        <a:rPr lang="en-US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ovr</a:t>
                      </a: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), a PDF and an Excel file 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701189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07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A09EC-4AB8-1AC7-D35E-D421F67C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">
            <a:extLst>
              <a:ext uri="{FF2B5EF4-FFF2-40B4-BE49-F238E27FC236}">
                <a16:creationId xmlns:a16="http://schemas.microsoft.com/office/drawing/2014/main" id="{A5B8E39E-2768-4232-B7C4-25A4E923A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275" y="3874486"/>
            <a:ext cx="9152255" cy="1351702"/>
          </a:xfrm>
        </p:spPr>
        <p:txBody>
          <a:bodyPr/>
          <a:lstStyle/>
          <a:p>
            <a:r>
              <a:rPr lang="it-IT" noProof="1"/>
              <a:t>Open Building attribute table (OBAT)</a:t>
            </a:r>
          </a:p>
          <a:p>
            <a:r>
              <a:rPr lang="it-IT" sz="1800" i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https://data.jrc.ec.europa.eu/dataset/f41a22f1-5741-4c41-86eb-6384654f6927</a:t>
            </a:r>
            <a:r>
              <a:rPr lang="it-IT" sz="1800" i="1" dirty="0"/>
              <a:t> </a:t>
            </a:r>
            <a:endParaRPr lang="en-GB" sz="1800" i="1" noProof="1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B5A61DA-EA3C-818B-1897-A8790509C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275" y="575220"/>
            <a:ext cx="11388726" cy="3131383"/>
          </a:xfrm>
        </p:spPr>
        <p:txBody>
          <a:bodyPr lIns="0" tIns="45720" rIns="91440" bIns="45720" anchor="b">
            <a:noAutofit/>
          </a:bodyPr>
          <a:lstStyle/>
          <a:p>
            <a:br>
              <a:rPr lang="en-US" noProof="1">
                <a:cs typeface="Arial"/>
              </a:rPr>
            </a:br>
            <a:r>
              <a:rPr lang="sk-SK" noProof="1">
                <a:cs typeface="Arial"/>
              </a:rPr>
              <a:t>Exposure Mapping</a:t>
            </a:r>
            <a:br>
              <a:rPr lang="en-US" noProof="1">
                <a:cs typeface="Arial"/>
              </a:rPr>
            </a:br>
            <a:r>
              <a:rPr lang="en-001" noProof="1">
                <a:cs typeface="Arial"/>
              </a:rPr>
              <a:t>GHSL </a:t>
            </a:r>
            <a:r>
              <a:rPr lang="en-001" sz="4800" noProof="1">
                <a:cs typeface="Arial"/>
              </a:rPr>
              <a:t>G</a:t>
            </a:r>
            <a:r>
              <a:rPr lang="en-001" sz="3600" noProof="1">
                <a:cs typeface="Arial"/>
              </a:rPr>
              <a:t>lobal </a:t>
            </a:r>
            <a:r>
              <a:rPr lang="en-001" sz="4800" noProof="1">
                <a:cs typeface="Arial"/>
              </a:rPr>
              <a:t>H</a:t>
            </a:r>
            <a:r>
              <a:rPr lang="en-001" sz="3600" noProof="1">
                <a:cs typeface="Arial"/>
              </a:rPr>
              <a:t>uman </a:t>
            </a:r>
            <a:r>
              <a:rPr lang="en-001" sz="4800" noProof="1">
                <a:cs typeface="Arial"/>
              </a:rPr>
              <a:t>S</a:t>
            </a:r>
            <a:r>
              <a:rPr lang="en-001" sz="3600" noProof="1">
                <a:cs typeface="Arial"/>
              </a:rPr>
              <a:t>ettlement </a:t>
            </a:r>
            <a:r>
              <a:rPr lang="en-001" sz="4800" noProof="1">
                <a:cs typeface="Arial"/>
              </a:rPr>
              <a:t>L</a:t>
            </a:r>
            <a:r>
              <a:rPr lang="en-001" sz="3600" noProof="1">
                <a:cs typeface="Arial"/>
              </a:rPr>
              <a:t>ayer</a:t>
            </a:r>
            <a:endParaRPr lang="en-GB" sz="5400" noProof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167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1AF4A-3A76-43A7-DC54-F955FBADF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D4602-9A2D-CD87-D65B-A70462361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noProof="1"/>
              <a:t>GHS</a:t>
            </a:r>
            <a:r>
              <a:rPr lang="it-IT" noProof="1"/>
              <a:t>-OBAT</a:t>
            </a:r>
            <a:endParaRPr lang="en-GB" noProof="1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E356D7A-6B1D-03B2-0EF4-5C5E0476F835}"/>
              </a:ext>
            </a:extLst>
          </p:cNvPr>
          <p:cNvSpPr txBox="1">
            <a:spLocks/>
          </p:cNvSpPr>
          <p:nvPr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GB" sz="1050" noProof="1" dirty="0" smtClean="0"/>
              <a:pPr/>
              <a:t>9</a:t>
            </a:fld>
            <a:endParaRPr lang="en-GB" sz="1050" noProof="1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D5C40FA-5BC1-F416-92F3-CF97101CA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81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8BD1BA-CEC4-A0F9-9F71-51848724B66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25516" y="1345741"/>
            <a:ext cx="5835174" cy="4484142"/>
          </a:xfrm>
        </p:spPr>
        <p:txBody>
          <a:bodyPr/>
          <a:lstStyle/>
          <a:p>
            <a:pPr marL="12600" indent="0">
              <a:buNone/>
            </a:pPr>
            <a:r>
              <a:rPr lang="it-IT" sz="28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Details</a:t>
            </a:r>
            <a:endParaRPr lang="it-IT" dirty="0"/>
          </a:p>
          <a:p>
            <a:r>
              <a:rPr lang="it-IT" dirty="0"/>
              <a:t>1 </a:t>
            </a:r>
            <a:r>
              <a:rPr lang="it-IT" dirty="0" err="1"/>
              <a:t>GeoPackage</a:t>
            </a:r>
            <a:r>
              <a:rPr lang="it-IT" dirty="0"/>
              <a:t> per country (GER, NL, BE)</a:t>
            </a:r>
          </a:p>
          <a:p>
            <a:pPr lvl="1"/>
            <a:r>
              <a:rPr lang="it-IT" dirty="0"/>
              <a:t>7.5 M points for BE</a:t>
            </a:r>
          </a:p>
          <a:p>
            <a:pPr lvl="1"/>
            <a:r>
              <a:rPr lang="it-IT" dirty="0"/>
              <a:t>44.1 M points for DE</a:t>
            </a:r>
          </a:p>
          <a:p>
            <a:pPr lvl="1"/>
            <a:r>
              <a:rPr lang="it-IT" dirty="0"/>
              <a:t>11.8 M points for NL</a:t>
            </a:r>
          </a:p>
          <a:p>
            <a:r>
              <a:rPr lang="it-IT" dirty="0"/>
              <a:t>Coded fields, per the GHS-OBAT R2024 </a:t>
            </a:r>
            <a:r>
              <a:rPr lang="it-IT" dirty="0" err="1"/>
              <a:t>documentation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`</a:t>
            </a:r>
            <a:r>
              <a:rPr lang="it-IT" b="1" dirty="0" err="1">
                <a:solidFill>
                  <a:schemeClr val="tx2"/>
                </a:solidFill>
              </a:rPr>
              <a:t>height</a:t>
            </a:r>
            <a:r>
              <a:rPr lang="it-IT" dirty="0"/>
              <a:t>`:</a:t>
            </a:r>
            <a:r>
              <a:rPr lang="it-IT" dirty="0" err="1"/>
              <a:t>mean</a:t>
            </a:r>
            <a:r>
              <a:rPr lang="it-IT" dirty="0"/>
              <a:t> building </a:t>
            </a:r>
            <a:r>
              <a:rPr lang="it-IT" dirty="0" err="1"/>
              <a:t>height</a:t>
            </a:r>
            <a:r>
              <a:rPr lang="it-IT" dirty="0"/>
              <a:t> (m), from GHS-BUILT-H ANBH, </a:t>
            </a:r>
            <a:r>
              <a:rPr lang="it-IT" dirty="0" err="1"/>
              <a:t>lower-bounded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2.5 m</a:t>
            </a:r>
          </a:p>
          <a:p>
            <a:pPr lvl="1"/>
            <a:r>
              <a:rPr lang="it-IT" dirty="0"/>
              <a:t>`</a:t>
            </a:r>
            <a:r>
              <a:rPr lang="it-IT" b="1" dirty="0">
                <a:solidFill>
                  <a:schemeClr val="tx2"/>
                </a:solidFill>
              </a:rPr>
              <a:t>use</a:t>
            </a:r>
            <a:r>
              <a:rPr lang="it-IT" dirty="0"/>
              <a:t>`: 0 </a:t>
            </a:r>
            <a:r>
              <a:rPr lang="it-IT" dirty="0" err="1"/>
              <a:t>outside</a:t>
            </a:r>
            <a:r>
              <a:rPr lang="it-IT" dirty="0"/>
              <a:t> </a:t>
            </a:r>
            <a:r>
              <a:rPr lang="it-IT" dirty="0" err="1"/>
              <a:t>built</a:t>
            </a:r>
            <a:r>
              <a:rPr lang="it-IT" dirty="0"/>
              <a:t>-up domain, 1 </a:t>
            </a:r>
            <a:r>
              <a:rPr lang="it-IT" dirty="0" err="1"/>
              <a:t>residential</a:t>
            </a:r>
            <a:r>
              <a:rPr lang="it-IT" dirty="0"/>
              <a:t>, 2 non-</a:t>
            </a:r>
            <a:r>
              <a:rPr lang="it-IT" dirty="0" err="1"/>
              <a:t>residential</a:t>
            </a:r>
            <a:endParaRPr lang="it-IT" dirty="0"/>
          </a:p>
          <a:p>
            <a:pPr lvl="1"/>
            <a:r>
              <a:rPr lang="it-IT" dirty="0"/>
              <a:t>`</a:t>
            </a:r>
            <a:r>
              <a:rPr lang="it-IT" b="1" dirty="0" err="1">
                <a:solidFill>
                  <a:schemeClr val="tx2"/>
                </a:solidFill>
              </a:rPr>
              <a:t>epoch</a:t>
            </a:r>
            <a:r>
              <a:rPr lang="it-IT" dirty="0"/>
              <a:t>`: </a:t>
            </a:r>
            <a:r>
              <a:rPr lang="it-IT" dirty="0" err="1"/>
              <a:t>construction</a:t>
            </a:r>
            <a:r>
              <a:rPr lang="it-IT" dirty="0"/>
              <a:t> </a:t>
            </a:r>
            <a:r>
              <a:rPr lang="it-IT" dirty="0" err="1"/>
              <a:t>epoch</a:t>
            </a:r>
            <a:r>
              <a:rPr lang="it-IT" dirty="0"/>
              <a:t>: 0 </a:t>
            </a:r>
            <a:r>
              <a:rPr lang="it-IT" dirty="0" err="1"/>
              <a:t>outside</a:t>
            </a:r>
            <a:r>
              <a:rPr lang="it-IT" dirty="0"/>
              <a:t>, 1 `&lt;1980`, 2 `1980-1990`, 3 `1990-2000`, 4 `2000-2010`, 5 `2010-2020`</a:t>
            </a:r>
          </a:p>
          <a:p>
            <a:pPr lvl="1"/>
            <a:r>
              <a:rPr lang="it-IT" dirty="0"/>
              <a:t>`</a:t>
            </a:r>
            <a:r>
              <a:rPr lang="it-IT" b="1" dirty="0" err="1">
                <a:solidFill>
                  <a:schemeClr val="tx2"/>
                </a:solidFill>
              </a:rPr>
              <a:t>shapefactor</a:t>
            </a:r>
            <a:r>
              <a:rPr lang="it-IT" dirty="0"/>
              <a:t>`: </a:t>
            </a:r>
            <a:r>
              <a:rPr lang="it-IT" dirty="0" err="1"/>
              <a:t>surface</a:t>
            </a:r>
            <a:r>
              <a:rPr lang="it-IT" dirty="0"/>
              <a:t>-to-volume ratio (m²/m³), </a:t>
            </a:r>
            <a:r>
              <a:rPr lang="it-IT" dirty="0" err="1"/>
              <a:t>inversely</a:t>
            </a:r>
            <a:r>
              <a:rPr lang="it-IT" dirty="0"/>
              <a:t> </a:t>
            </a:r>
            <a:r>
              <a:rPr lang="it-IT" dirty="0" err="1"/>
              <a:t>proportional</a:t>
            </a:r>
            <a:r>
              <a:rPr lang="it-IT" dirty="0"/>
              <a:t> to building size</a:t>
            </a:r>
          </a:p>
          <a:p>
            <a:pPr lvl="1"/>
            <a:r>
              <a:rPr lang="it-IT" dirty="0"/>
              <a:t>`</a:t>
            </a:r>
            <a:r>
              <a:rPr lang="it-IT" b="1" dirty="0">
                <a:solidFill>
                  <a:schemeClr val="tx2"/>
                </a:solidFill>
              </a:rPr>
              <a:t>area</a:t>
            </a:r>
            <a:r>
              <a:rPr lang="it-IT" dirty="0"/>
              <a:t>`, `</a:t>
            </a:r>
            <a:r>
              <a:rPr lang="it-IT" dirty="0" err="1"/>
              <a:t>perimeter</a:t>
            </a:r>
            <a:r>
              <a:rPr lang="it-IT" dirty="0"/>
              <a:t>`: footprint area (m²) and </a:t>
            </a:r>
            <a:r>
              <a:rPr lang="it-IT" dirty="0" err="1"/>
              <a:t>perimeter</a:t>
            </a:r>
            <a:r>
              <a:rPr lang="it-IT" dirty="0"/>
              <a:t> (m), </a:t>
            </a:r>
            <a:r>
              <a:rPr lang="it-IT" dirty="0" err="1"/>
              <a:t>computed</a:t>
            </a:r>
            <a:r>
              <a:rPr lang="it-IT" dirty="0"/>
              <a:t> in the </a:t>
            </a:r>
            <a:r>
              <a:rPr lang="it-IT" dirty="0" err="1"/>
              <a:t>local</a:t>
            </a:r>
            <a:r>
              <a:rPr lang="it-IT" dirty="0"/>
              <a:t> UTM zone</a:t>
            </a:r>
          </a:p>
          <a:p>
            <a:pPr lvl="1"/>
            <a:r>
              <a:rPr lang="it-IT" dirty="0"/>
              <a:t>`</a:t>
            </a:r>
            <a:r>
              <a:rPr lang="it-IT" b="1" dirty="0">
                <a:solidFill>
                  <a:schemeClr val="tx2"/>
                </a:solidFill>
              </a:rPr>
              <a:t>adm1</a:t>
            </a:r>
            <a:r>
              <a:rPr lang="it-IT" dirty="0"/>
              <a:t>`: GADM level-1 </a:t>
            </a:r>
            <a:r>
              <a:rPr lang="it-IT" dirty="0" err="1"/>
              <a:t>administrative</a:t>
            </a:r>
            <a:r>
              <a:rPr lang="it-IT" dirty="0"/>
              <a:t> </a:t>
            </a:r>
            <a:r>
              <a:rPr lang="it-IT" dirty="0" err="1"/>
              <a:t>unit</a:t>
            </a:r>
            <a:endParaRPr lang="it-IT" dirty="0"/>
          </a:p>
          <a:p>
            <a:endParaRPr lang="it-IT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D2E3EEC-8A6C-41FE-D391-8B5B5A287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385095"/>
              </p:ext>
            </p:extLst>
          </p:nvPr>
        </p:nvGraphicFramePr>
        <p:xfrm>
          <a:off x="567848" y="1357577"/>
          <a:ext cx="5234940" cy="4579956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759599">
                  <a:extLst>
                    <a:ext uri="{9D8B030D-6E8A-4147-A177-3AD203B41FA5}">
                      <a16:colId xmlns:a16="http://schemas.microsoft.com/office/drawing/2014/main" val="2206260994"/>
                    </a:ext>
                  </a:extLst>
                </a:gridCol>
                <a:gridCol w="3475341">
                  <a:extLst>
                    <a:ext uri="{9D8B030D-6E8A-4147-A177-3AD203B41FA5}">
                      <a16:colId xmlns:a16="http://schemas.microsoft.com/office/drawing/2014/main" val="2830815493"/>
                    </a:ext>
                  </a:extLst>
                </a:gridCol>
              </a:tblGrid>
              <a:tr h="7633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Google Cloud folder</a:t>
                      </a:r>
                      <a:r>
                        <a:rPr lang="fr-FR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fr-FR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fr-FR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obat_be</a:t>
                      </a: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fr-FR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obat_de</a:t>
                      </a: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fr-FR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obat_nl</a:t>
                      </a: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26241625"/>
                  </a:ext>
                </a:extLst>
              </a:tr>
              <a:tr h="7633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Dataset</a:t>
                      </a:r>
                      <a:r>
                        <a:rPr lang="fr-FR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fr-FR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GHS-OBAT R2024A 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58676302"/>
                  </a:ext>
                </a:extLst>
              </a:tr>
              <a:tr h="7633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What it is</a:t>
                      </a:r>
                      <a:r>
                        <a:rPr lang="en-US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One record per building: location, use (residential or not) and, where known, height and construction period. Reference year 2020.  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037154705"/>
                  </a:ext>
                </a:extLst>
              </a:tr>
              <a:tr h="7633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Answers</a:t>
                      </a:r>
                      <a:r>
                        <a:rPr lang="en-US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Which buildings were there, and are they residential?  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464918602"/>
                  </a:ext>
                </a:extLst>
              </a:tr>
              <a:tr h="7633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Data type</a:t>
                      </a:r>
                      <a:r>
                        <a:rPr lang="en-US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Vector (one point per building), reference year 2020. Fields: location, use, and where known height and construction period  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982133748"/>
                  </a:ext>
                </a:extLst>
              </a:tr>
              <a:tr h="7633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Format and size</a:t>
                      </a:r>
                      <a:r>
                        <a:rPr lang="fr-FR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fr-FR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One </a:t>
                      </a:r>
                      <a:r>
                        <a:rPr lang="en-US" sz="12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GeoPackage</a:t>
                      </a: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plus a PDF per country: BE 1.44 GB, NL 2.23 GB, DE 8.58 GB 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701189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56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6C648-2E2D-55E4-6F0E-BEEB7E5A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5B513-8BD0-8609-63BD-10EF3A4C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noProof="1"/>
              <a:t>GHS</a:t>
            </a:r>
            <a:r>
              <a:rPr lang="it-IT" noProof="1"/>
              <a:t>-OBAT</a:t>
            </a:r>
            <a:endParaRPr lang="en-GB" noProof="1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035CBBF4-F9B6-7F0E-9657-38F2BAA9D9A2}"/>
              </a:ext>
            </a:extLst>
          </p:cNvPr>
          <p:cNvSpPr txBox="1">
            <a:spLocks/>
          </p:cNvSpPr>
          <p:nvPr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GB" sz="1050" noProof="1" dirty="0" smtClean="0"/>
              <a:pPr/>
              <a:t>10</a:t>
            </a:fld>
            <a:endParaRPr lang="en-GB" sz="1050" noProof="1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35881C6-C9D3-0994-0A30-305C1B41F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81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24A24F-5038-B8D3-5592-F73F1E323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" y="1357577"/>
            <a:ext cx="1011555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1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27581-0EA4-E30F-F52B-BBE4FC70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">
            <a:extLst>
              <a:ext uri="{FF2B5EF4-FFF2-40B4-BE49-F238E27FC236}">
                <a16:creationId xmlns:a16="http://schemas.microsoft.com/office/drawing/2014/main" id="{EC1CA4DC-A430-9450-9B51-C938D8C6F8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noProof="1"/>
              <a:t>Flood maps activations</a:t>
            </a:r>
          </a:p>
          <a:p>
            <a:r>
              <a:rPr lang="it-IT" sz="1800" i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https://mapping.emergency.copernicus.eu/</a:t>
            </a:r>
            <a:endParaRPr lang="it-IT" sz="1800" i="1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E5758E2F-C03D-940D-1670-3FD202F2D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275" y="575220"/>
            <a:ext cx="11388726" cy="3131383"/>
          </a:xfrm>
        </p:spPr>
        <p:txBody>
          <a:bodyPr lIns="0" tIns="45720" rIns="91440" bIns="45720" anchor="b">
            <a:noAutofit/>
          </a:bodyPr>
          <a:lstStyle/>
          <a:p>
            <a:br>
              <a:rPr lang="it-IT" noProof="1">
                <a:cs typeface="Arial"/>
              </a:rPr>
            </a:br>
            <a:r>
              <a:rPr lang="it-IT" noProof="1">
                <a:cs typeface="Arial"/>
              </a:rPr>
              <a:t>On Demand Mapping</a:t>
            </a:r>
            <a:endParaRPr lang="en-GB" sz="5400" noProof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013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059F2-E565-65A6-753C-7F5BBA5D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map of a river&#10;&#10;AI-generated content may be incorrect.">
            <a:extLst>
              <a:ext uri="{FF2B5EF4-FFF2-40B4-BE49-F238E27FC236}">
                <a16:creationId xmlns:a16="http://schemas.microsoft.com/office/drawing/2014/main" id="{5466EFCF-0862-0C5A-AA90-D02D42D3CAB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1" t="19137" r="29766" b="1712"/>
          <a:stretch>
            <a:fillRect/>
          </a:stretch>
        </p:blipFill>
        <p:spPr>
          <a:xfrm>
            <a:off x="5692139" y="1369006"/>
            <a:ext cx="6343651" cy="437153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45F4A1-B0BA-06A0-C831-2DEE286F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1"/>
              <a:t>Flood maps activations</a:t>
            </a:r>
            <a:endParaRPr lang="en-GB" noProof="1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91F8F38-251C-23A9-6B5D-0C6FE93F4234}"/>
              </a:ext>
            </a:extLst>
          </p:cNvPr>
          <p:cNvSpPr txBox="1">
            <a:spLocks/>
          </p:cNvSpPr>
          <p:nvPr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GB" sz="1050" noProof="1" dirty="0" smtClean="0"/>
              <a:pPr/>
              <a:t>12</a:t>
            </a:fld>
            <a:endParaRPr lang="en-GB" sz="1050" noProof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486C080-78B3-EE29-A1CA-F12CF01A2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527071"/>
              </p:ext>
            </p:extLst>
          </p:nvPr>
        </p:nvGraphicFramePr>
        <p:xfrm>
          <a:off x="359868" y="1494736"/>
          <a:ext cx="5109210" cy="4197402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717338">
                  <a:extLst>
                    <a:ext uri="{9D8B030D-6E8A-4147-A177-3AD203B41FA5}">
                      <a16:colId xmlns:a16="http://schemas.microsoft.com/office/drawing/2014/main" val="2206260994"/>
                    </a:ext>
                  </a:extLst>
                </a:gridCol>
                <a:gridCol w="3391872">
                  <a:extLst>
                    <a:ext uri="{9D8B030D-6E8A-4147-A177-3AD203B41FA5}">
                      <a16:colId xmlns:a16="http://schemas.microsoft.com/office/drawing/2014/main" val="2830815493"/>
                    </a:ext>
                  </a:extLst>
                </a:gridCol>
              </a:tblGrid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Google Cloud folder</a:t>
                      </a:r>
                      <a:r>
                        <a:rPr lang="fr-FR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fr-FR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ems_be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ems_de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 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ems_nl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26241625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Dataset</a:t>
                      </a:r>
                      <a:r>
                        <a:rPr lang="fr-FR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fr-FR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CEMS Rapid Mapping (activations EMSR518 BE, EMSR517 DE, EMSR520 NL) 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58676302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What it is</a:t>
                      </a:r>
                      <a:r>
                        <a:rPr lang="en-US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Flood maps drawn by analysts from satellite images during the 2021 floods: where the water was and which buildings were hit.  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037154705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Answers</a:t>
                      </a:r>
                      <a:r>
                        <a:rPr lang="en-US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Where was the water, as seen by satellite?  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464918602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Data type</a:t>
                      </a:r>
                      <a:r>
                        <a:rPr lang="en-US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Vector: polygons, points, lines drawn by analysts from satellite images  </a:t>
                      </a:r>
                      <a:endParaRPr lang="en-US">
                        <a:latin typeface="+mj-lt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982133748"/>
                  </a:ext>
                </a:extLst>
              </a:tr>
              <a:tr h="699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Format and size</a:t>
                      </a:r>
                      <a:r>
                        <a:rPr lang="fr-FR" sz="1800" b="0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fr-FR" sz="18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One folder per product, with shapefiles plus JSON, KMZ and XML copies: BE 4 products (0.39 GB), DE 22 (0.54 GB), NL 1 (0.06 GB) 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701189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13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D764D-8594-08AD-F033-E2E519AFF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map of a river&#10;&#10;AI-generated content may be incorrect.">
            <a:extLst>
              <a:ext uri="{FF2B5EF4-FFF2-40B4-BE49-F238E27FC236}">
                <a16:creationId xmlns:a16="http://schemas.microsoft.com/office/drawing/2014/main" id="{B0FBC53E-5278-1757-7A4B-D9A6681E256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690" y="1452012"/>
            <a:ext cx="8385560" cy="507261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EDFF32-FA0C-2F5E-1C82-EAD06E78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Flood maps activations – zoom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0895B9C1-0353-C208-F9AD-EAD062D31820}"/>
              </a:ext>
            </a:extLst>
          </p:cNvPr>
          <p:cNvSpPr txBox="1">
            <a:spLocks/>
          </p:cNvSpPr>
          <p:nvPr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GB" sz="1050" noProof="1" dirty="0" smtClean="0"/>
              <a:pPr/>
              <a:t>13</a:t>
            </a:fld>
            <a:endParaRPr lang="en-GB" sz="1050" noProof="1"/>
          </a:p>
        </p:txBody>
      </p:sp>
    </p:spTree>
    <p:extLst>
      <p:ext uri="{BB962C8B-B14F-4D97-AF65-F5344CB8AC3E}">
        <p14:creationId xmlns:p14="http://schemas.microsoft.com/office/powerpoint/2010/main" val="342294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EEC77-D71F-5ABF-C12B-150C71FFF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9D1C55-F03E-5275-01C9-773F6641567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15690" y="1452012"/>
            <a:ext cx="8385560" cy="507261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EB6F77-5C77-2B84-F0CF-E75D1C1A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Combine information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A3E1D0-8C84-075C-3E17-27499DE7A9EA}"/>
              </a:ext>
            </a:extLst>
          </p:cNvPr>
          <p:cNvSpPr txBox="1">
            <a:spLocks/>
          </p:cNvSpPr>
          <p:nvPr/>
        </p:nvSpPr>
        <p:spPr>
          <a:xfrm>
            <a:off x="678430" y="6282780"/>
            <a:ext cx="415926" cy="2418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A86C49-B7E3-104F-B035-865A47D3B65A}" type="slidenum">
              <a:rPr lang="en-GB" sz="1050" noProof="1" dirty="0" smtClean="0"/>
              <a:pPr/>
              <a:t>14</a:t>
            </a:fld>
            <a:endParaRPr lang="en-GB" sz="1050" noProof="1"/>
          </a:p>
        </p:txBody>
      </p:sp>
    </p:spTree>
    <p:extLst>
      <p:ext uri="{BB962C8B-B14F-4D97-AF65-F5344CB8AC3E}">
        <p14:creationId xmlns:p14="http://schemas.microsoft.com/office/powerpoint/2010/main" val="386152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79496-EAA8-F468-2C71-C84C2811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8AED9308-7161-4CD2-6324-E62977E34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275" y="575220"/>
            <a:ext cx="11388726" cy="5195017"/>
          </a:xfrm>
        </p:spPr>
        <p:txBody>
          <a:bodyPr lIns="0" tIns="45720" rIns="91440" bIns="45720" anchor="b">
            <a:noAutofit/>
          </a:bodyPr>
          <a:lstStyle/>
          <a:p>
            <a:r>
              <a:rPr lang="it-IT" noProof="1">
                <a:cs typeface="Arial"/>
              </a:rPr>
              <a:t>   Get the slides</a:t>
            </a:r>
            <a:br>
              <a:rPr lang="it-IT" noProof="1">
                <a:cs typeface="Arial"/>
              </a:rPr>
            </a:br>
            <a:r>
              <a:rPr lang="it-IT" sz="1400" i="1" noProof="1">
                <a:ea typeface="+mj-lt"/>
                <a:cs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             </a:t>
            </a:r>
            <a:r>
              <a:rPr lang="it-IT" sz="1400" i="1" u="sng" noProof="1">
                <a:ea typeface="+mj-lt"/>
                <a:cs typeface="+mj-lt"/>
              </a:rPr>
              <a:t> https://gist.github.com/MartinMIB-BA/45e8075ee8cd87e6137ff28aeeb5ed84</a:t>
            </a:r>
            <a:br>
              <a:rPr lang="it-IT" sz="1400" noProof="1">
                <a:cs typeface="Arial"/>
              </a:rPr>
            </a:br>
            <a:br>
              <a:rPr lang="it-IT" sz="1400" noProof="1">
                <a:cs typeface="Arial"/>
              </a:rPr>
            </a:br>
            <a:br>
              <a:rPr lang="it-IT" sz="1400" noProof="1">
                <a:cs typeface="Arial"/>
              </a:rPr>
            </a:br>
            <a:br>
              <a:rPr lang="it-IT" noProof="1">
                <a:cs typeface="Arial"/>
              </a:rPr>
            </a:br>
            <a:br>
              <a:rPr lang="it-IT" noProof="1">
                <a:cs typeface="Arial"/>
              </a:rPr>
            </a:br>
            <a:r>
              <a:rPr lang="it-IT" noProof="1">
                <a:cs typeface="Arial"/>
              </a:rPr>
              <a:t>Get the data </a:t>
            </a:r>
            <a:r>
              <a:rPr lang="it-IT" sz="2800" noProof="1">
                <a:cs typeface="Arial"/>
              </a:rPr>
              <a:t>(Google Cloud)</a:t>
            </a:r>
            <a:br>
              <a:rPr lang="it-IT" sz="2800" noProof="1">
                <a:cs typeface="Arial"/>
              </a:rPr>
            </a:br>
            <a:r>
              <a:rPr lang="it-IT" sz="1400" i="1" noProof="1">
                <a:ea typeface="+mj-lt"/>
                <a:cs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https://console.cloud.google.com/storage/browser/datasets_challenge/working_data</a:t>
            </a:r>
            <a:endParaRPr lang="it-IT" sz="1400" i="1" noProof="1">
              <a:cs typeface="Arial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183FFC-9C18-677F-5FA1-2842D4C74A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586" y="4518856"/>
            <a:ext cx="1565389" cy="15653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E9D5E3-7FE3-BAF9-3E49-0E1D1A5AB5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6" y="936434"/>
            <a:ext cx="1701188" cy="170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92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noProof="1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4986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emplates Theme">
  <a:themeElements>
    <a:clrScheme name="JRC colour palette">
      <a:dk1>
        <a:srgbClr val="000000"/>
      </a:dk1>
      <a:lt1>
        <a:srgbClr val="FFFFFF"/>
      </a:lt1>
      <a:dk2>
        <a:srgbClr val="4E51A5"/>
      </a:dk2>
      <a:lt2>
        <a:srgbClr val="EDEDED"/>
      </a:lt2>
      <a:accent1>
        <a:srgbClr val="9874DF"/>
      </a:accent1>
      <a:accent2>
        <a:srgbClr val="8294F3"/>
      </a:accent2>
      <a:accent3>
        <a:srgbClr val="45B9EB"/>
      </a:accent3>
      <a:accent4>
        <a:srgbClr val="64D3D4"/>
      </a:accent4>
      <a:accent5>
        <a:srgbClr val="EAC04B"/>
      </a:accent5>
      <a:accent6>
        <a:srgbClr val="FF8179"/>
      </a:accent6>
      <a:hlink>
        <a:srgbClr val="3344DD"/>
      </a:hlink>
      <a:folHlink>
        <a:srgbClr val="66009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lIns="108000" tIns="108000" rIns="108000" bIns="0" rtlCol="0" anchor="t" anchorCtr="0"/>
      <a:lstStyle>
        <a:defPPr indent="0" algn="l">
          <a:buNone/>
          <a:defRPr sz="1400" spc="-30" dirty="0">
            <a:solidFill>
              <a:schemeClr val="tx1"/>
            </a:solidFill>
            <a:ea typeface="+mn-lt"/>
            <a:cs typeface="+mn-lt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tIns="72000" rIns="0" rtlCol="0" anchor="t" anchorCtr="0">
        <a:spAutoFit/>
      </a:bodyPr>
      <a:lstStyle>
        <a:defPPr algn="l">
          <a:spcAft>
            <a:spcPts val="600"/>
          </a:spcAft>
          <a:buClr>
            <a:schemeClr val="tx2"/>
          </a:buClr>
          <a:defRPr sz="1600" dirty="0" smtClean="0"/>
        </a:defPPr>
      </a:lstStyle>
    </a:txDef>
  </a:objectDefaults>
  <a:extraClrSchemeLst/>
  <a:custClrLst>
    <a:custClr name="White">
      <a:srgbClr val="FFFFFF"/>
    </a:custClr>
    <a:custClr name="White">
      <a:srgbClr val="FFFFFF"/>
    </a:custClr>
    <a:custClr name="L1 Background">
      <a:srgbClr val="F0DCF2"/>
    </a:custClr>
    <a:custClr name="L1 Background">
      <a:srgbClr val="DACEF5"/>
    </a:custClr>
    <a:custClr name="L1 Background">
      <a:srgbClr val="D6E0FF"/>
    </a:custClr>
    <a:custClr name="L1 Background">
      <a:srgbClr val="CFEEFC"/>
    </a:custClr>
    <a:custClr name="L1 Background">
      <a:srgbClr val="D0F2F2"/>
    </a:custClr>
    <a:custClr name="L1 Background">
      <a:srgbClr val="D7F7D8"/>
    </a:custClr>
    <a:custClr name="L1 Background">
      <a:srgbClr val="FFF2BD"/>
    </a:custClr>
    <a:custClr name="L1 Background">
      <a:srgbClr val="FFD6D4"/>
    </a:custClr>
    <a:custClr name="White">
      <a:srgbClr val="FFFFFF"/>
    </a:custClr>
    <a:custClr name="White">
      <a:srgbClr val="FFFFFF"/>
    </a:custClr>
    <a:custClr name="L2 Background">
      <a:srgbClr val="DA9EDE"/>
    </a:custClr>
    <a:custClr name="L2 Background">
      <a:srgbClr val="B298EB"/>
    </a:custClr>
    <a:custClr name="L2 Background">
      <a:srgbClr val="A8BAFF"/>
    </a:custClr>
    <a:custClr name="L2 Background">
      <a:srgbClr val="8BD5F7"/>
    </a:custClr>
    <a:custClr name="L2 Background">
      <a:srgbClr val="A4E9EB"/>
    </a:custClr>
    <a:custClr name="L2 Background">
      <a:srgbClr val="B3F2B6"/>
    </a:custClr>
    <a:custClr name="L2 Background">
      <a:srgbClr val="FCE06D"/>
    </a:custClr>
    <a:custClr name="L2 Background">
      <a:srgbClr val="FFB3B0"/>
    </a:custClr>
    <a:custClr name="White">
      <a:srgbClr val="FFFFFF"/>
    </a:custClr>
    <a:custClr name="White">
      <a:srgbClr val="FFFFFF"/>
    </a:custClr>
    <a:custClr name="L3 Accent">
      <a:srgbClr val="C77ACC"/>
    </a:custClr>
    <a:custClr name="L3 Accent">
      <a:srgbClr val="9776DE"/>
    </a:custClr>
    <a:custClr name="L3 Accent">
      <a:srgbClr val="8395F2"/>
    </a:custClr>
    <a:custClr name="L3 Accent">
      <a:srgbClr val="46B7EB"/>
    </a:custClr>
    <a:custClr name="L3 Accent">
      <a:srgbClr val="63D2D4"/>
    </a:custClr>
    <a:custClr name="L3 Accent">
      <a:srgbClr val="87E08E"/>
    </a:custClr>
    <a:custClr name="L3 Accent">
      <a:srgbClr val="EBBF49"/>
    </a:custClr>
    <a:custClr name="L3 Accent">
      <a:srgbClr val="FF817A"/>
    </a:custClr>
    <a:custClr name="White">
      <a:srgbClr val="FFFFFF"/>
    </a:custClr>
    <a:custClr name="White">
      <a:srgbClr val="FFFFFF"/>
    </a:custClr>
    <a:custClr name="L4 Large text icons">
      <a:srgbClr val="A85AAD"/>
    </a:custClr>
    <a:custClr name="L4 Large text icons">
      <a:srgbClr val="7253B5"/>
    </a:custClr>
    <a:custClr name="L4 Large text icons">
      <a:srgbClr val="6970D6"/>
    </a:custClr>
    <a:custClr name="L4 Large text icons">
      <a:srgbClr val="0C91CF"/>
    </a:custClr>
    <a:custClr name="L4 Large text icons">
      <a:srgbClr val="0AA5AD"/>
    </a:custClr>
    <a:custClr name="L4 Large text icons">
      <a:srgbClr val="51A661"/>
    </a:custClr>
    <a:custClr name="L4 Large text icons">
      <a:srgbClr val="B58E2A"/>
    </a:custClr>
    <a:custClr name="L4 Large text icons">
      <a:srgbClr val="E34C46"/>
    </a:custClr>
    <a:custClr name="White">
      <a:srgbClr val="FFFFFF"/>
    </a:custClr>
    <a:custClr name="White">
      <a:srgbClr val="FFFFFF"/>
    </a:custClr>
    <a:custClr name="L5 Text icons">
      <a:srgbClr val="834287"/>
    </a:custClr>
    <a:custClr name="L5 Text icons">
      <a:srgbClr val="553B8C"/>
    </a:custClr>
    <a:custClr name="L5 Text icons">
      <a:srgbClr val="4E52A6"/>
    </a:custClr>
    <a:custClr name="L5 Text icons">
      <a:srgbClr val="0571AB"/>
    </a:custClr>
    <a:custClr name="L5 Text icons">
      <a:srgbClr val="07818A"/>
    </a:custClr>
    <a:custClr name="L5 Text icons">
      <a:srgbClr val="1F7837"/>
    </a:custClr>
    <a:custClr name="L5 Text, icons">
      <a:srgbClr val="947423"/>
    </a:custClr>
    <a:custClr name="L5 Text icons">
      <a:srgbClr val="BD342F"/>
    </a:custClr>
  </a:custClrLst>
  <a:extLst>
    <a:ext uri="{05A4C25C-085E-4340-85A3-A5531E510DB2}">
      <thm15:themeFamily xmlns:thm15="http://schemas.microsoft.com/office/thememl/2012/main" name="JRC_PPT-Template_16-9_v2.3_20260420" id="{ED1E3559-8AF6-2D47-AAC1-414EA6F776AA}" vid="{927D365C-591B-3B4C-94A6-E3907A05D4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AFB2F36DF8BE4EB526AFDC7DEEE9DE" ma:contentTypeVersion="10" ma:contentTypeDescription="Create a new document." ma:contentTypeScope="" ma:versionID="a3f15b03348f514d83811eee5d6cfd17">
  <xsd:schema xmlns:xsd="http://www.w3.org/2001/XMLSchema" xmlns:xs="http://www.w3.org/2001/XMLSchema" xmlns:p="http://schemas.microsoft.com/office/2006/metadata/properties" xmlns:ns2="60984feb-c698-4e36-84a7-a8753c119b96" xmlns:ns3="322e21a1-317f-485f-9e56-8f89d07c0636" targetNamespace="http://schemas.microsoft.com/office/2006/metadata/properties" ma:root="true" ma:fieldsID="df13c2753bca7387cc9287587d47477b" ns2:_="" ns3:_="">
    <xsd:import namespace="60984feb-c698-4e36-84a7-a8753c119b96"/>
    <xsd:import namespace="322e21a1-317f-485f-9e56-8f89d07c06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984feb-c698-4e36-84a7-a8753c119b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2e21a1-317f-485f-9e56-8f89d07c063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bf98886-a5d4-459a-a468-11afb055ef5c}" ma:internalName="TaxCatchAll" ma:showField="CatchAllData" ma:web="322e21a1-317f-485f-9e56-8f89d07c06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2e21a1-317f-485f-9e56-8f89d07c0636" xsi:nil="true"/>
    <lcf76f155ced4ddcb4097134ff3c332f xmlns="60984feb-c698-4e36-84a7-a8753c119b9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E51D0F9-1905-481E-87B6-7A2D8F12D3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332CB5-59FE-42C9-A274-D505854DEDB3}"/>
</file>

<file path=customXml/itemProps3.xml><?xml version="1.0" encoding="utf-8"?>
<ds:datastoreItem xmlns:ds="http://schemas.openxmlformats.org/officeDocument/2006/customXml" ds:itemID="{D98B96C2-F6CE-4FCA-B451-0D479C51BA45}">
  <ds:schemaRefs>
    <ds:schemaRef ds:uri="33e07890-6196-4e26-9dd2-53178dae8e48"/>
    <ds:schemaRef ds:uri="7058b7d0-6f54-43d0-ac9b-f95b90dfb0dc"/>
    <ds:schemaRef ds:uri="ab358991-3c14-45d4-bb19-e0556e598107"/>
    <ds:schemaRef ds:uri="f9973060-40da-4dcd-bcae-824b80f0e920"/>
    <ds:schemaRef ds:uri="faa54b14-608b-44ba-8621-4287d9574b2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JRC_PPT-Template_16-9_v2.3_20260420</Template>
  <TotalTime>1433</TotalTime>
  <Words>920</Words>
  <Application>Microsoft Macintosh PowerPoint</Application>
  <PresentationFormat>Widescreen</PresentationFormat>
  <Paragraphs>117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Wingdings</vt:lpstr>
      <vt:lpstr>Courier New</vt:lpstr>
      <vt:lpstr>1_Templates Theme</vt:lpstr>
      <vt:lpstr>European AI Challenge 2026: From Data to Policy</vt:lpstr>
      <vt:lpstr>Copernicus Emergency Management Service (CEMS)</vt:lpstr>
      <vt:lpstr> Floods EFAS European Flood Awareness System</vt:lpstr>
      <vt:lpstr>CEMS-EFAS flood hazard</vt:lpstr>
      <vt:lpstr>PowerPoint Presentation</vt:lpstr>
      <vt:lpstr>Exposure Mapping GHSL Global Human Settlement Layer</vt:lpstr>
      <vt:lpstr>GHS-POP</vt:lpstr>
      <vt:lpstr> Exposure Mapping GHSL Global Human Settlement Layer</vt:lpstr>
      <vt:lpstr>GHS-OBAT</vt:lpstr>
      <vt:lpstr>GHS-OBAT</vt:lpstr>
      <vt:lpstr> On Demand Mapping</vt:lpstr>
      <vt:lpstr>Flood maps activations</vt:lpstr>
      <vt:lpstr>Flood maps activations – zoom</vt:lpstr>
      <vt:lpstr>Combine information</vt:lpstr>
      <vt:lpstr>   Get the slides               https://gist.github.com/MartinMIB-BA/45e8075ee8cd87e6137ff28aeeb5ed84     Get the data (Google Cloud) https://console.cloud.google.com/storage/browser/datasets_challenge/working_data</vt:lpstr>
      <vt:lpstr>Thank you</vt:lpstr>
    </vt:vector>
  </TitlesOfParts>
  <Manager/>
  <Company>European Commission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SAILLOUR Thomas (JRC-ISPRA)</dc:creator>
  <cp:keywords/>
  <dc:description/>
  <cp:lastModifiedBy>JANCOVIC Martin (JRC-ISPRA-EXT)</cp:lastModifiedBy>
  <cp:revision>4</cp:revision>
  <dcterms:created xsi:type="dcterms:W3CDTF">2026-10-12T12:51:11Z</dcterms:created>
  <dcterms:modified xsi:type="dcterms:W3CDTF">2026-10-27T14:04:44Z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UpdateToken">
    <vt:lpwstr>23</vt:lpwstr>
  </property>
  <property fmtid="{D5CDD505-2E9C-101B-9397-08002B2CF9AE}" pid="3" name="Offisync_ServerID">
    <vt:lpwstr>0d3b22a6-6203-4efc-8e8e-b5279256493b</vt:lpwstr>
  </property>
  <property fmtid="{D5CDD505-2E9C-101B-9397-08002B2CF9AE}" pid="4" name="Jive_VersionGuid">
    <vt:lpwstr>1903586d-3e4a-4ef7-87d4-38e4c57827eb</vt:lpwstr>
  </property>
  <property fmtid="{D5CDD505-2E9C-101B-9397-08002B2CF9AE}" pid="5" name="Offisync_UniqueId">
    <vt:lpwstr>216256</vt:lpwstr>
  </property>
  <property fmtid="{D5CDD505-2E9C-101B-9397-08002B2CF9AE}" pid="6" name="Jive_LatestUserAccountName">
    <vt:lpwstr>ballami</vt:lpwstr>
  </property>
  <property fmtid="{D5CDD505-2E9C-101B-9397-08002B2CF9AE}" pid="7" name="Offisync_ProviderInitializationData">
    <vt:lpwstr>https://webgate.ec.europa.eu/connected</vt:lpwstr>
  </property>
  <property fmtid="{D5CDD505-2E9C-101B-9397-08002B2CF9AE}" pid="8" name="MSIP_Label_6bd9ddd1-4d20-43f6-abfa-fc3c07406f94_Enabled">
    <vt:lpwstr>true</vt:lpwstr>
  </property>
  <property fmtid="{D5CDD505-2E9C-101B-9397-08002B2CF9AE}" pid="9" name="MSIP_Label_6bd9ddd1-4d20-43f6-abfa-fc3c07406f94_SetDate">
    <vt:lpwstr>2023-07-11T08:42:31Z</vt:lpwstr>
  </property>
  <property fmtid="{D5CDD505-2E9C-101B-9397-08002B2CF9AE}" pid="10" name="MSIP_Label_6bd9ddd1-4d20-43f6-abfa-fc3c07406f94_Method">
    <vt:lpwstr>Standard</vt:lpwstr>
  </property>
  <property fmtid="{D5CDD505-2E9C-101B-9397-08002B2CF9AE}" pid="11" name="MSIP_Label_6bd9ddd1-4d20-43f6-abfa-fc3c07406f94_Name">
    <vt:lpwstr>Commission Use</vt:lpwstr>
  </property>
  <property fmtid="{D5CDD505-2E9C-101B-9397-08002B2CF9AE}" pid="12" name="MSIP_Label_6bd9ddd1-4d20-43f6-abfa-fc3c07406f94_SiteId">
    <vt:lpwstr>b24c8b06-522c-46fe-9080-70926f8dddb1</vt:lpwstr>
  </property>
  <property fmtid="{D5CDD505-2E9C-101B-9397-08002B2CF9AE}" pid="13" name="MSIP_Label_6bd9ddd1-4d20-43f6-abfa-fc3c07406f94_ActionId">
    <vt:lpwstr>c93002db-a31b-4408-982a-bb024fc6b765</vt:lpwstr>
  </property>
  <property fmtid="{D5CDD505-2E9C-101B-9397-08002B2CF9AE}" pid="14" name="MSIP_Label_6bd9ddd1-4d20-43f6-abfa-fc3c07406f94_ContentBits">
    <vt:lpwstr>0</vt:lpwstr>
  </property>
  <property fmtid="{D5CDD505-2E9C-101B-9397-08002B2CF9AE}" pid="15" name="ContentTypeId">
    <vt:lpwstr>0x01010028AFB2F36DF8BE4EB526AFDC7DEEE9DE</vt:lpwstr>
  </property>
  <property fmtid="{D5CDD505-2E9C-101B-9397-08002B2CF9AE}" pid="16" name="MediaServiceImageTags">
    <vt:lpwstr/>
  </property>
</Properties>
</file>